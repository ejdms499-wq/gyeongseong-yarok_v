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jpg" ContentType="image/jpg"/>
  <Override PartName="/ppt/media/image11.jpg" ContentType="image/jpg"/>
  <Override PartName="/ppt/media/image12.jpg" ContentType="image/jpg"/>
  <Override PartName="/ppt/media/image14.jpg" ContentType="image/jpg"/>
  <Override PartName="/ppt/media/image15.jpg" ContentType="image/jpg"/>
  <Override PartName="/ppt/media/image3.jpg" ContentType="image/jpg"/>
  <Override PartName="/ppt/media/image41.jpg" ContentType="image/jpg"/>
  <Override PartName="/ppt/media/image42.jpg" ContentType="image/jpg"/>
  <Override PartName="/ppt/media/image6.jpg" ContentType="image/jpg"/>
  <Override PartName="/ppt/media/image7.jpg" ContentType="image/jpg"/>
  <Override PartName="/ppt/media/image8.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98" r:id="rId3"/>
    <p:sldId id="259" r:id="rId4"/>
    <p:sldId id="260" r:id="rId5"/>
    <p:sldId id="286" r:id="rId6"/>
    <p:sldId id="264" r:id="rId7"/>
    <p:sldId id="299" r:id="rId9"/>
    <p:sldId id="267" r:id="rId8"/>
    <p:sldId id="287" r:id="rId10"/>
    <p:sldId id="270" r:id="rId11"/>
    <p:sldId id="283" r:id="rId25"/>
    <p:sldId id="276" r:id="rId12"/>
    <p:sldId id="297" r:id="rId13"/>
    <p:sldId id="278" r:id="rId14"/>
    <p:sldId id="281" r:id="rId16"/>
    <p:sldId id="307" r:id="rId17"/>
    <p:sldId id="308" r:id="rId18"/>
    <p:sldId id="309" r:id="rId19"/>
    <p:sldId id="310" r:id="rId20"/>
    <p:sldId id="311" r:id="rId21"/>
    <p:sldId id="279" r:id="rId15"/>
    <p:sldId id="305" r:id="rId23"/>
    <p:sldId id="257" r:id="rId24"/>
    <p:sldId id="306" r:id="rId26"/>
    <p:sldId id="303" r:id="rId22"/>
    <p:sldId id="291" r:id="rId27"/>
    <p:sldId id="288" r:id="rId28"/>
    <p:sldId id="285"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59397A42-EED0-C62E-4331-6D988CE699F3}">
          <p14:sldIdLst>
            <p14:sldId id="256"/>
          </p14:sldIdLst>
        </p14:section>
        <p14:section name="목차" id="{8C6638FF-CBB6-9019-C1E4-F1198A817E7E}">
          <p14:sldIdLst>
            <p14:sldId id="298"/>
          </p14:sldIdLst>
        </p14:section>
        <p14:section name="기획 배경" id="{5DFC0128-9C57-E4B4-C441-B36B3FEC6AA3}">
          <p14:sldIdLst>
            <p14:sldId id="259"/>
            <p14:sldId id="260"/>
            <p14:sldId id="286"/>
          </p14:sldIdLst>
        </p14:section>
        <p14:section name="콘셉트" id="{46053754-6101-94F6-AF83-307508533788}">
          <p14:sldIdLst>
            <p14:sldId id="264"/>
          </p14:sldIdLst>
        </p14:section>
        <p14:section name="지면 구성" id="{6A417998-813B-7BBB-1AE7-C9EB1C237DCF}">
          <p14:sldIdLst>
            <p14:sldId id="267"/>
            <p14:sldId id="299"/>
            <p14:sldId id="287"/>
            <p14:sldId id="270"/>
          </p14:sldIdLst>
        </p14:section>
        <p14:section name="확장 콘텐츠" id="{CD3C621C-ED5F-EFB2-E17F-A2F1212AF39A}">
          <p14:sldIdLst>
            <p14:sldId id="276"/>
            <p14:sldId id="297"/>
            <p14:sldId id="278"/>
            <p14:sldId id="279"/>
            <p14:sldId id="281"/>
            <p14:sldId id="307"/>
            <p14:sldId id="308"/>
            <p14:sldId id="309"/>
            <p14:sldId id="310"/>
            <p14:sldId id="311"/>
            <p14:sldId id="303"/>
            <p14:sldId id="305"/>
            <p14:sldId id="257"/>
            <p14:sldId id="283"/>
            <p14:sldId id="306"/>
            <p14:sldId id="291"/>
            <p14:sldId id="288"/>
          </p14:sldIdLst>
        </p14:section>
        <p14:section name="기술과 팀" id="{2C441093-5258-C4E4-EF99-9851998B8520}">
          <p14:sldIdLst/>
        </p14:section>
        <p14:section name="맺음" id="{BEB85D16-7963-4E2A-7AF3-4E2DDD837648}">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9D7"/>
    <a:srgbClr val="2E4A7D"/>
    <a:srgbClr val="8390A7"/>
    <a:srgbClr val="AEBEDA"/>
    <a:srgbClr val="161616"/>
    <a:srgbClr val="3B39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23" autoAdjust="0"/>
    <p:restoredTop sz="94610"/>
  </p:normalViewPr>
  <p:slideViewPr>
    <p:cSldViewPr snapToGrid="0" snapToObjects="1">
      <p:cViewPr varScale="1">
        <p:scale>
          <a:sx n="148" d="100"/>
          <a:sy n="148" d="100"/>
        </p:scale>
        <p:origin x="13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970446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B조입니다. 저희가 만든 경성야록은 1930년대 동아일보에 실린 실제 사건을, 그 시대 신문 형식 그대로 읽고 체험할 수 있게 만든 사이트입니다.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기획은 단순한 데서 시작했습니다. 1930년대 신문을 찾아보다 보면, 지금 기준으로 봐도 놀랄 만큼 잔혹하고 기괴한 사건들이 많이 나옵니다. 처음 봤을 때 무섭기도 했는데, 솔직히 말하면 재밌었습니다. 그 시대에도 이런 일이 있었다는 게 신기했고요. 그래서 이 재미를 다른 사람들도 느낄 수 있게 만들어 보자고 생각했습니다.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사건을 다루는 콘텐츠는 이미 많습니다. 그런데 대부분이 탐사보도 형식이에요. 저희는 방향을 다르게 잡았습니다. 지금 시점에서 사건을 다시 취재하는 게 아니라, 그 시대 신문 기사 자체로 사건을 다시 읽어 보는 겁니다. 그리고 타깃은 공포나 미스터리를 좋아하는 젊은 층으로 잡았습니다. 그래서 글만 읽는 사이트가 아니라, 직접 눌러 보고 체험하는 사이트로 만들었습니다. 원소스는 동아일보 100년 지면 아카이브라서, 사건은 앞으로 계속 더할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신문이 어렵고 오래됐다는 인식이 가장 큰 장벽입니다. 저희의 목표는 그 장벽을 재미로 허물고, 평소 동아일보를 읽지 않던 독자가 처음 들어오는 입구가 되는 것입니다. 독자는 찾고, 읽고, 듣고, 참여하는 경험을 얻습니다. 동아일보 입장에서는 100년 아카이브를 다시 쓰고, 젊은 독자와 만나고, 참여 데이터로 잠재 독자를 찾아볼 수 있습니다. 다만 신규 유입이나 구독 전환 효과는 아직 측정한 성과가 아니라 기대효과입니다. 한 줄로 말씀드리면, 읽고 끝나는 아카이브가 아니라 다시 방문하고 소장하고 싶은 콘텐츠로 확장하겠다는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7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원소스는 사건 하나가 아니라 경성시대 동아일보 지면 전체입니다. 이 지면 하나에서 본편, 현대어 풀이, 라디오, 카드뉴스, 박람회, 편집국, 상점, 게임까지 여덟 가지 콘텐츠로 나눠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사이트 구조입니다. 메인 화면에서 기사를 누르면 사건 본편으로 가고, 아래 코너들로 확장 콘텐츠에 들어갑니다. 그리고 메인에 숨겨진 물건 네 개를 모으면 식자실 게임이 열립니다.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사이트 구조입니다. 메인 화면에서 기사를 누르면 사건 본편으로 가고, 아래 코너들로 확장 콘텐츠에 들어갑니다. 그리고 메인에 숨겨진 물건 네 개를 모으면 식자실 게임이 열립니다.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79676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사건은 네 가지 기준으로 골랐습니다. 첫째, 동아일보 지면에서 날짜와 면, 제목을 실제 기록으로 확인할 수 있어야 했습니다. 둘째, 사회, 경제, 문화예술면을 고루 걸치게 했고, 셋째, 오보, 미제, 언론, 사이비처럼 이야기의 결이 서로 다른 사건을 골랐습니다. 넷째, 사건마다 다른 인터랙티브 장치를 붙일 수 있어야 했습니다. 죽첨정은 소문과 오보, 마리아는 미제 사건의 기록, 손기정은 신문 한 장의 역사적 의미, 백백교는 집단적 믿음을 보여 줍니다. 피해자를 자극적으로 드러내지 않고 다룰 수 있다는 점도 기준이었습니다.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7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사건 본편은 사건 요지와 물음으로 시작해서, 장마다 장면과 장치가 나오고, 라디오, 그 자리의 오늘, 출처로 끝납니다. 서브페이지에는 세 가지 핵심 요소가 있습니다. 옛 지면을 누르면 현대어로 바뀌는 원문과 현대어 전환, 긴 기사를 간추려 보는 요약 보기, 그 시대의 장소와 오늘의 같은 장소를 나란히 비교하는 기능입니다. 여기에 장을 넘길 때마다 찍히는 취재 도장, 호외 카드와 축음기, 재현 표기가 모든 본편에 공통으로 들어갑니다.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사건 외에도 즐길 거리가 여섯 곳 더 있습니다. 먼저 세 곳입니다. 확장 콘텐츠입니다. 먼저 전차를 타고 도는 경성사건박람회, 옛 기사를 넣으면 AI가 풀어 주는 편집국, 그리고 독자가 직접 호외를 만드는 코너입니다.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세 곳까지 모두 여섯 곳이 사건 외의 즐길 거리입니다. 촛불을 하나씩 끄면서 괴담 기사를 읽는 백물어, 옛날 사람 찾는 광고를 활용한 구인과 구독, 그리고 옛 광고를 고르는 상점입니다. 상점은 수익 구조와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식자실은 메인에 숨겨 둔 3D 게임입니다. 1934년 경성의 인쇄소를 10분 동안 돌아다니며 단서를 모아 작업대 퍼즐을 푸는 방식이고, 지금 보시는 영상이 PC 플레이 장면입니다. 휴대폰에서도 조이스틱과 조사 버튼으로 같은 게임을 즐길 수 있습니다. 귀신 여섯 종은 매번 다른 때와 곳에서 나타나는데, 나타날 때는 0.1초에서 0.2초 안에 빠르게 페이드 인되며 살짝 커지고, 0.5초에서 1초 정도 머문 뒤 0.2초 안에 사라집니다. 나타나는 순간에는 효과음이 함께 재생됩니다. 게임은 발표 시간상 영상으로 대신하고, 직접 해 보실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타깃이 젊은 층이라 대부분 휴대폰으로 볼 거라고 생각했습니다. 그래서 휴대폰에서는 메인을 한 면씩 넘기는 신문으로 바꿨고, 본편은 확대하지 않아도 읽히게 다시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기술입니다. 화면과 장치는 HTML, CSS, 자바스크립트로 만들었고, 게임은 Three.js, 소리는 Web Audio를 썼습니다. 편집국에는 OpenAI API를 연결했습니다. 재현 그림은 미드저니와 ChatGPT로 만들었고, 전부 재현이라고 표기했습니다.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피해자가 있는 사건이라 네 가지는 꼭 지켰습니다. 재현한 건 재현이라고 표기했고, 피해자 모습은 보여 주지 않았고, 확인된 기록만 썼고, 출처를 밝혔습니다.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팀에게는 작은 포부가 하나 있습니다. 지금 히어로콘텐츠는 현재의 사건을 깊이 있게 전달하는 인터랙티브 기사가 중심인데, 저희는 100년 전 기사를 다시 발견했다는 점이 다릅니다. 동아일보 창간 기념일처럼 특별한 날, 경성야록이 히어로콘텐츠의 특별판으로 소개되는 것입니다. 오래된 기사가 오늘의 독자에게도 충분히 흥미로운 콘텐츠가 될 수 있다는 가능성을 보여 드리고 싶습니다.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7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수익 구조는 세 갈래입니다. 첫째는 구독입니다. 지금 열린 네 사건은 시험판이고, 남은 기록은 구독 독자에게 한 호씩 배달하는 구조로, 호외 한 장 오 전, 월정 일 원, 종신 십 원으로 그 시절 신문값 꼴을 본떴습니다. 둘째는 상점입니다. 동아일보와 신동아에 실린 실제 광고 마흔여섯 점을 가위로 오려 엽서로 간직하게 했고, 이를 굿즈와 상품으로 넓힐 수 있습니다. 셋째는 광고면과 독자 참여 코너입니다. 다만 구독 접수는 아직 받지 않고, 시연 화면까지 구현한 상태입니다.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7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 이어서 실제 사이트를 보여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6161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T">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600200"/>
            <a:ext cx="7863840" cy="822960"/>
          </a:xfrm>
          <a:prstGeom prst="rect">
            <a:avLst/>
          </a:prstGeom>
          <a:noFill/>
          <a:ln/>
        </p:spPr>
        <p:txBody>
          <a:bodyPr wrap="square" rtlCol="0"/>
          <a:lstStyle>
            <a:lvl1pPr marL="0" indent="0" algn="l">
              <a:buNone/>
              <a:defRPr lang="en-US" sz="3600" b="1" dirty="0">
                <a:solidFill>
                  <a:schemeClr val="bg1"/>
                </a:solidFill>
                <a:latin typeface="Batang" pitchFamily="34" charset="0"/>
                <a:ea typeface="Batang" pitchFamily="34" charset="-122"/>
                <a:cs typeface="Batang" pitchFamily="34" charset="-120"/>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3ECD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8046720" cy="548640"/>
          </a:xfrm>
          <a:prstGeom prst="rect">
            <a:avLst/>
          </a:prstGeom>
          <a:noFill/>
          <a:ln/>
        </p:spPr>
        <p:txBody>
          <a:bodyPr wrap="square" rtlCol="0"/>
          <a:lstStyle>
            <a:lvl1pPr marL="0" indent="0" algn="l">
              <a:buNone/>
              <a:defRPr lang="en-US" sz="2500" b="1" dirty="0">
                <a:solidFill>
                  <a:schemeClr val="tx1"/>
                </a:solidFill>
                <a:latin typeface="Batang" pitchFamily="34" charset="0"/>
                <a:ea typeface="Batang" pitchFamily="34" charset="-122"/>
                <a:cs typeface="Batang" pitchFamily="34" charset="-120"/>
              </a:defRPr>
            </a:lvl1pPr>
          </a:lstStyle>
          <a:p>
            <a:pPr marL="0" indent="0" algn="l">
              <a:buNone/>
            </a:pPr>
            <a:endParaRPr lang="en-US" sz="2500" dirty="0"/>
          </a:p>
        </p:txBody>
      </p:sp>
      <p:pic>
        <p:nvPicPr>
          <p:cNvPr id="3" name="Image 0" descr="/tmp/claude-0/-home-claude/afa474c7-3a5f-5ee1-8f18-b5fefe6dcd1f/scratchpad/deck/g2/mark_dark.png"/>
          <p:cNvPicPr>
            <a:picLocks noChangeAspect="1"/>
          </p:cNvPicPr>
          <p:nvPr/>
        </p:nvPicPr>
        <p:blipFill>
          <a:blip r:embed="rId2"/>
          <a:stretch>
            <a:fillRect/>
          </a:stretch>
        </p:blipFill>
        <p:spPr>
          <a:xfrm>
            <a:off x="548640" y="4745736"/>
            <a:ext cx="219456" cy="224028"/>
          </a:xfrm>
          <a:prstGeom prst="rect">
            <a:avLst/>
          </a:prstGeom>
        </p:spPr>
      </p:pic>
      <p:sp>
        <p:nvSpPr>
          <p:cNvPr id="4" name="Text 0"/>
          <p:cNvSpPr/>
          <p:nvPr/>
        </p:nvSpPr>
        <p:spPr>
          <a:xfrm>
            <a:off x="841248" y="4754880"/>
            <a:ext cx="3657600" cy="228600"/>
          </a:xfrm>
          <a:prstGeom prst="rect">
            <a:avLst/>
          </a:prstGeom>
          <a:noFill/>
          <a:ln/>
        </p:spPr>
        <p:txBody>
          <a:bodyPr wrap="square" lIns="0" tIns="0" rIns="0" bIns="0" rtlCol="0" anchor="ctr"/>
          <a:lstStyle/>
          <a:p>
            <a:pPr marL="0" indent="0">
              <a:buNone/>
            </a:pPr>
            <a:r>
              <a:rPr lang="en-US" sz="850" kern="0" spc="100" dirty="0">
                <a:solidFill>
                  <a:schemeClr val="accent2"/>
                </a:solidFill>
                <a:latin typeface="Malgun Gothic" pitchFamily="34" charset="0"/>
                <a:ea typeface="Malgun Gothic" pitchFamily="34" charset="-122"/>
                <a:cs typeface="Malgun Gothic" pitchFamily="34" charset="-120"/>
              </a:rPr>
              <a:t>京城野錄  경성야록</a:t>
            </a:r>
            <a:endParaRPr lang="en-US" sz="8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8046720" cy="548640"/>
          </a:xfrm>
          <a:prstGeom prst="rect">
            <a:avLst/>
          </a:prstGeom>
          <a:noFill/>
          <a:ln/>
        </p:spPr>
        <p:txBody>
          <a:bodyPr wrap="square" rtlCol="0"/>
          <a:lstStyle>
            <a:lvl1pPr marL="0" indent="0" algn="l">
              <a:buNone/>
              <a:defRPr lang="en-US" sz="2500" b="1" dirty="0">
                <a:solidFill>
                  <a:schemeClr val="bg1"/>
                </a:solidFill>
                <a:latin typeface="Batang" pitchFamily="34" charset="0"/>
                <a:ea typeface="Batang" pitchFamily="34" charset="-122"/>
                <a:cs typeface="Batang" pitchFamily="34" charset="-120"/>
              </a:defRPr>
            </a:lvl1pPr>
          </a:lstStyle>
          <a:p>
            <a:pPr marL="0" indent="0" algn="l">
              <a:buNone/>
            </a:pPr>
            <a:endParaRPr lang="en-US" sz="2500" dirty="0"/>
          </a:p>
        </p:txBody>
      </p:sp>
      <p:pic>
        <p:nvPicPr>
          <p:cNvPr id="3" name="Image 0" descr="/tmp/claude-0/-home-claude/afa474c7-3a5f-5ee1-8f18-b5fefe6dcd1f/scratchpad/deck/g2/mark_light.png"/>
          <p:cNvPicPr>
            <a:picLocks noChangeAspect="1"/>
          </p:cNvPicPr>
          <p:nvPr/>
        </p:nvPicPr>
        <p:blipFill>
          <a:blip r:embed="rId2"/>
          <a:stretch>
            <a:fillRect/>
          </a:stretch>
        </p:blipFill>
        <p:spPr>
          <a:xfrm>
            <a:off x="548640" y="4745736"/>
            <a:ext cx="219456" cy="224028"/>
          </a:xfrm>
          <a:prstGeom prst="rect">
            <a:avLst/>
          </a:prstGeom>
        </p:spPr>
      </p:pic>
      <p:sp>
        <p:nvSpPr>
          <p:cNvPr id="4" name="Text 0"/>
          <p:cNvSpPr/>
          <p:nvPr/>
        </p:nvSpPr>
        <p:spPr>
          <a:xfrm>
            <a:off x="841248" y="4754880"/>
            <a:ext cx="3657600" cy="228600"/>
          </a:xfrm>
          <a:prstGeom prst="rect">
            <a:avLst/>
          </a:prstGeom>
          <a:noFill/>
          <a:ln/>
        </p:spPr>
        <p:txBody>
          <a:bodyPr wrap="square" lIns="0" tIns="0" rIns="0" bIns="0" rtlCol="0" anchor="ctr"/>
          <a:lstStyle/>
          <a:p>
            <a:pPr marL="0" indent="0">
              <a:buNone/>
            </a:pPr>
            <a:r>
              <a:rPr lang="en-US" sz="850" kern="0" spc="100" dirty="0">
                <a:solidFill>
                  <a:schemeClr val="accent2"/>
                </a:solidFill>
                <a:latin typeface="Malgun Gothic" pitchFamily="34" charset="0"/>
                <a:ea typeface="Malgun Gothic" pitchFamily="34" charset="-122"/>
                <a:cs typeface="Malgun Gothic" pitchFamily="34" charset="-120"/>
              </a:rPr>
              <a:t>京城野錄  경성야록</a:t>
            </a:r>
            <a:endParaRPr lang="en-US" sz="8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50080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4.jpg"/><Relationship Id="rId5"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9.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jpg"/><Relationship Id="rId4" Type="http://schemas.openxmlformats.org/officeDocument/2006/relationships/image" Target="../media/image3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0.png"/><Relationship Id="rId4" Type="http://schemas.openxmlformats.org/officeDocument/2006/relationships/image" Target="../media/image4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2.jp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경성야록 표지 그림"/>
          <p:cNvPicPr>
            <a:picLocks noChangeAspect="1"/>
          </p:cNvPicPr>
          <p:nvPr/>
        </p:nvPicPr>
        <p:blipFill>
          <a:blip r:embed="rId3"/>
          <a:srcRect/>
          <a:stretch/>
        </p:blipFill>
        <p:spPr>
          <a:xfrm>
            <a:off x="4754880" y="0"/>
            <a:ext cx="4389120" cy="5143500"/>
          </a:xfrm>
          <a:prstGeom prst="rect">
            <a:avLst/>
          </a:prstGeom>
        </p:spPr>
      </p:pic>
      <p:sp>
        <p:nvSpPr>
          <p:cNvPr id="4" name="Text 1"/>
          <p:cNvSpPr txBox="1"/>
          <p:nvPr/>
        </p:nvSpPr>
        <p:spPr>
          <a:xfrm>
            <a:off x="640080" y="685800"/>
            <a:ext cx="3931920" cy="274320"/>
          </a:xfrm>
          <a:prstGeom prst="rect">
            <a:avLst/>
          </a:prstGeom>
          <a:noFill/>
          <a:ln/>
        </p:spPr>
        <p:txBody>
          <a:bodyPr wrap="square" lIns="0" tIns="0" rIns="0" bIns="0" rtlCol="0" anchor="t"/>
          <a:lstStyle/>
          <a:p>
            <a:pPr marL="0" indent="0">
              <a:buNone/>
            </a:pPr>
            <a:r>
              <a:rPr lang="en-US" sz="1000" b="1" kern="0" spc="300" dirty="0">
                <a:solidFill>
                  <a:srgbClr val="B7C8E6"/>
                </a:solidFill>
                <a:latin typeface="Malgun Gothic"/>
                <a:ea typeface="Malgun Gothic"/>
                <a:cs typeface="Malgun Gothic"/>
              </a:rPr>
              <a:t>B조 · 원소스멀티유즈</a:t>
            </a:r>
            <a:endParaRPr lang="en-US" sz="1000" dirty="0">
              <a:latin typeface="Malgun Gothic"/>
              <a:ea typeface="Malgun Gothic"/>
              <a:cs typeface="Malgun Gothic"/>
            </a:endParaRPr>
          </a:p>
        </p:txBody>
      </p:sp>
      <p:pic>
        <p:nvPicPr>
          <p:cNvPr id="5" name="Image 1" descr="경성야록 京城野錄 로고"/>
          <p:cNvPicPr>
            <a:picLocks noChangeAspect="1"/>
          </p:cNvPicPr>
          <p:nvPr/>
        </p:nvPicPr>
        <p:blipFill>
          <a:blip r:embed="rId4"/>
          <a:stretch>
            <a:fillRect/>
          </a:stretch>
        </p:blipFill>
        <p:spPr>
          <a:xfrm>
            <a:off x="579120" y="1868673"/>
            <a:ext cx="3749040" cy="1026927"/>
          </a:xfrm>
          <a:prstGeom prst="rect">
            <a:avLst/>
          </a:prstGeom>
        </p:spPr>
      </p:pic>
      <p:sp>
        <p:nvSpPr>
          <p:cNvPr id="6" name="Text 2"/>
          <p:cNvSpPr txBox="1"/>
          <p:nvPr/>
        </p:nvSpPr>
        <p:spPr>
          <a:xfrm>
            <a:off x="579120" y="3543300"/>
            <a:ext cx="6210300" cy="822960"/>
          </a:xfrm>
          <a:prstGeom prst="rect">
            <a:avLst/>
          </a:prstGeom>
          <a:noFill/>
          <a:ln/>
        </p:spPr>
        <p:txBody>
          <a:bodyPr wrap="square" lIns="0" tIns="0" rIns="0" bIns="0" rtlCol="0" anchor="t"/>
          <a:lstStyle/>
          <a:p>
            <a:pPr marL="0" indent="0">
              <a:lnSpc>
                <a:spcPct val="130000"/>
              </a:lnSpc>
              <a:buNone/>
            </a:pPr>
            <a:r>
              <a:rPr lang="en-US" sz="1400" dirty="0">
                <a:solidFill>
                  <a:srgbClr val="F3ECDE"/>
                </a:solidFill>
                <a:latin typeface="Malgun Gothic"/>
                <a:ea typeface="Malgun Gothic"/>
                <a:cs typeface="Malgun Gothic"/>
              </a:rPr>
              <a:t>1930년대 신문으로 </a:t>
            </a:r>
            <a:r>
              <a:rPr lang="en-US" sz="1400" dirty="0">
                <a:solidFill>
                  <a:srgbClr val="F3ECDE"/>
                </a:solidFill>
                <a:latin typeface="Malgun Gothic"/>
                <a:ea typeface="Malgun Gothic"/>
                <a:cs typeface="Malgun Gothic"/>
              </a:rPr>
              <a:t>다시</a:t>
            </a:r>
            <a:r>
              <a:rPr lang="en-US" sz="1400" dirty="0">
                <a:solidFill>
                  <a:srgbClr val="F3ECDE"/>
                </a:solidFill>
                <a:latin typeface="Malgun Gothic"/>
                <a:ea typeface="Malgun Gothic"/>
                <a:cs typeface="Malgun Gothic"/>
              </a:rPr>
              <a:t> </a:t>
            </a:r>
            <a:r>
              <a:rPr lang="en-US" sz="1400" dirty="0">
                <a:solidFill>
                  <a:srgbClr val="F3ECDE"/>
                </a:solidFill>
                <a:latin typeface="Malgun Gothic"/>
                <a:ea typeface="Malgun Gothic"/>
                <a:cs typeface="Malgun Gothic"/>
              </a:rPr>
              <a:t>읽는</a:t>
            </a:r>
            <a:r>
              <a:rPr lang="en-US" sz="1400" dirty="0">
                <a:latin typeface="Malgun Gothic"/>
                <a:ea typeface="Malgun Gothic"/>
                <a:cs typeface="Malgun Gothic"/>
              </a:rPr>
              <a:t> </a:t>
            </a:r>
            <a:r>
              <a:rPr lang="en-US" sz="1400" dirty="0">
                <a:solidFill>
                  <a:srgbClr val="F3ECDE"/>
                </a:solidFill>
                <a:latin typeface="Malgun Gothic"/>
                <a:ea typeface="Malgun Gothic"/>
                <a:cs typeface="Malgun Gothic"/>
              </a:rPr>
              <a:t>경성의</a:t>
            </a:r>
            <a:r>
              <a:rPr lang="en-US" sz="1400" dirty="0">
                <a:solidFill>
                  <a:srgbClr val="F3ECDE"/>
                </a:solidFill>
                <a:latin typeface="Malgun Gothic"/>
                <a:ea typeface="Malgun Gothic"/>
                <a:cs typeface="Malgun Gothic"/>
              </a:rPr>
              <a:t> 실화 사건</a:t>
            </a:r>
            <a:endParaRPr lang="en-US" sz="1400" dirty="0">
              <a:latin typeface="Malgun Gothic"/>
              <a:ea typeface="Malgun Gothic"/>
              <a:cs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5"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KYEONGSEONG YAROK  ·  FINAL PRESENTATION</a:t>
            </a:r>
            <a:endParaRPr lang="en-US" sz="900" dirty="0">
              <a:latin typeface="Malgun Gothic"/>
              <a:ea typeface="Malgun Gothic"/>
              <a:cs typeface="Malgun Gothic"/>
            </a:endParaRPr>
          </a:p>
        </p:txBody>
      </p:sp>
      <p:sp>
        <p:nvSpPr>
          <p:cNvPr id="36"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목 차</a:t>
            </a:r>
            <a:endParaRPr lang="en-US" sz="2500" dirty="0">
              <a:latin typeface="Batang"/>
              <a:ea typeface="Batang"/>
              <a:cs typeface="Batang"/>
            </a:endParaRPr>
          </a:p>
        </p:txBody>
      </p:sp>
      <p:pic>
        <p:nvPicPr>
          <p:cNvPr id="2" name="Picture 1" descr="경성야록_목차_신문배경.png"/>
          <p:cNvPicPr>
            <a:picLocks noChangeAspect="1"/>
          </p:cNvPicPr>
          <p:nvPr/>
        </p:nvPicPr>
        <p:blipFill rotWithShape="1">
          <a:blip r:embed="rId2"/>
          <a:srcRect l="53057"/>
          <a:stretch/>
        </p:blipFill>
        <p:spPr>
          <a:xfrm>
            <a:off x="4841403" y="0"/>
            <a:ext cx="4292372" cy="5143500"/>
          </a:xfrm>
          <a:prstGeom prst="rect">
            <a:avLst/>
          </a:prstGeom>
          <a:ln>
            <a:noFill/>
          </a:ln>
          <a:effectLst>
            <a:softEdge rad="635000"/>
          </a:effectLst>
        </p:spPr>
      </p:pic>
      <p:sp>
        <p:nvSpPr>
          <p:cNvPr id="5" name="TextBox 4"/>
          <p:cNvSpPr txBox="1"/>
          <p:nvPr/>
        </p:nvSpPr>
        <p:spPr>
          <a:xfrm>
            <a:off x="582930" y="4443984"/>
            <a:ext cx="2737288" cy="169277"/>
          </a:xfrm>
          <a:prstGeom prst="rect">
            <a:avLst/>
          </a:prstGeom>
          <a:noFill/>
        </p:spPr>
        <p:txBody>
          <a:bodyPr wrap="square" lIns="0" tIns="0">
            <a:spAutoFit/>
          </a:bodyPr>
          <a:lstStyle/>
          <a:p>
            <a:pPr>
              <a:defRPr sz="1600" b="0">
                <a:solidFill>
                  <a:srgbClr val="73604D"/>
                </a:solidFill>
                <a:latin typeface="Malgun Gothic"/>
                <a:ea typeface="Malgun Gothic"/>
                <a:cs typeface="Malgun Gothic"/>
              </a:defRPr>
            </a:pPr>
            <a:r>
              <a:rPr sz="800" dirty="0">
                <a:latin typeface="Malgun Gothic"/>
                <a:ea typeface="Malgun Gothic"/>
                <a:cs typeface="Malgun Gothic"/>
              </a:rPr>
              <a:t>1930년대 </a:t>
            </a:r>
            <a:r>
              <a:rPr sz="800" dirty="0">
                <a:latin typeface="Malgun Gothic"/>
                <a:ea typeface="Malgun Gothic"/>
                <a:cs typeface="Malgun Gothic"/>
              </a:rPr>
              <a:t>신문</a:t>
            </a:r>
            <a:r>
              <a:rPr sz="800" dirty="0">
                <a:latin typeface="Malgun Gothic"/>
                <a:ea typeface="Malgun Gothic"/>
                <a:cs typeface="Malgun Gothic"/>
              </a:rPr>
              <a:t> 속 </a:t>
            </a:r>
            <a:r>
              <a:rPr sz="800" dirty="0">
                <a:latin typeface="Malgun Gothic"/>
                <a:ea typeface="Malgun Gothic"/>
                <a:cs typeface="Malgun Gothic"/>
              </a:rPr>
              <a:t>이야기를</a:t>
            </a:r>
            <a:r>
              <a:rPr sz="800" dirty="0">
                <a:latin typeface="Malgun Gothic"/>
                <a:ea typeface="Malgun Gothic"/>
                <a:cs typeface="Malgun Gothic"/>
              </a:rPr>
              <a:t> </a:t>
            </a:r>
            <a:r>
              <a:rPr sz="800" dirty="0">
                <a:latin typeface="Malgun Gothic"/>
                <a:ea typeface="Malgun Gothic"/>
                <a:cs typeface="Malgun Gothic"/>
              </a:rPr>
              <a:t>다시</a:t>
            </a:r>
            <a:r>
              <a:rPr sz="800" dirty="0">
                <a:latin typeface="Malgun Gothic"/>
                <a:ea typeface="Malgun Gothic"/>
                <a:cs typeface="Malgun Gothic"/>
              </a:rPr>
              <a:t> </a:t>
            </a:r>
            <a:r>
              <a:rPr sz="800" dirty="0">
                <a:latin typeface="Malgun Gothic"/>
                <a:ea typeface="Malgun Gothic"/>
                <a:cs typeface="Malgun Gothic"/>
              </a:rPr>
              <a:t>펼치다</a:t>
            </a:r>
            <a:endParaRPr sz="800" dirty="0">
              <a:latin typeface="Malgun Gothic"/>
              <a:ea typeface="Malgun Gothic"/>
              <a:cs typeface="Malgun Gothic"/>
            </a:endParaRPr>
          </a:p>
        </p:txBody>
      </p:sp>
      <p:sp>
        <p:nvSpPr>
          <p:cNvPr id="6" name="TextBox 5"/>
          <p:cNvSpPr txBox="1"/>
          <p:nvPr/>
        </p:nvSpPr>
        <p:spPr>
          <a:xfrm>
            <a:off x="610363" y="1247699"/>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dirty="0">
                <a:latin typeface="Malgun Gothic"/>
                <a:ea typeface="Malgun Gothic"/>
                <a:cs typeface="Malgun Gothic"/>
              </a:rPr>
              <a:t>01</a:t>
            </a:r>
          </a:p>
        </p:txBody>
      </p:sp>
      <p:sp>
        <p:nvSpPr>
          <p:cNvPr id="7" name="TextBox 6"/>
          <p:cNvSpPr txBox="1"/>
          <p:nvPr/>
        </p:nvSpPr>
        <p:spPr>
          <a:xfrm>
            <a:off x="1083564" y="1240840"/>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기획 배경</a:t>
            </a:r>
          </a:p>
        </p:txBody>
      </p:sp>
      <p:sp>
        <p:nvSpPr>
          <p:cNvPr id="8" name="TextBox 7"/>
          <p:cNvSpPr txBox="1"/>
          <p:nvPr/>
        </p:nvSpPr>
        <p:spPr>
          <a:xfrm>
            <a:off x="4135374" y="1275130"/>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시작한 이유와 목표</a:t>
            </a:r>
          </a:p>
        </p:txBody>
      </p:sp>
      <p:sp>
        <p:nvSpPr>
          <p:cNvPr id="9" name="Rectangle 8"/>
          <p:cNvSpPr/>
          <p:nvPr/>
        </p:nvSpPr>
        <p:spPr>
          <a:xfrm>
            <a:off x="603504" y="1570024"/>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10" name="TextBox 9"/>
          <p:cNvSpPr txBox="1"/>
          <p:nvPr/>
        </p:nvSpPr>
        <p:spPr>
          <a:xfrm>
            <a:off x="610363" y="1666037"/>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02</a:t>
            </a:r>
          </a:p>
        </p:txBody>
      </p:sp>
      <p:sp>
        <p:nvSpPr>
          <p:cNvPr id="11" name="TextBox 10"/>
          <p:cNvSpPr txBox="1"/>
          <p:nvPr/>
        </p:nvSpPr>
        <p:spPr>
          <a:xfrm>
            <a:off x="1083564" y="1659178"/>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dirty="0">
                <a:latin typeface="Malgun Gothic"/>
                <a:ea typeface="Malgun Gothic"/>
                <a:cs typeface="Malgun Gothic"/>
              </a:rPr>
              <a:t>콘셉트</a:t>
            </a:r>
            <a:r>
              <a:rPr sz="1425" dirty="0">
                <a:latin typeface="Malgun Gothic"/>
                <a:ea typeface="Malgun Gothic"/>
                <a:cs typeface="Malgun Gothic"/>
              </a:rPr>
              <a:t> 및 </a:t>
            </a:r>
            <a:r>
              <a:rPr sz="1425" dirty="0">
                <a:latin typeface="Malgun Gothic"/>
                <a:ea typeface="Malgun Gothic"/>
                <a:cs typeface="Malgun Gothic"/>
              </a:rPr>
              <a:t>서비스</a:t>
            </a:r>
            <a:r>
              <a:rPr sz="1425" dirty="0">
                <a:latin typeface="Malgun Gothic"/>
                <a:ea typeface="Malgun Gothic"/>
                <a:cs typeface="Malgun Gothic"/>
              </a:rPr>
              <a:t> </a:t>
            </a:r>
            <a:r>
              <a:rPr sz="1425" dirty="0">
                <a:latin typeface="Malgun Gothic"/>
                <a:ea typeface="Malgun Gothic"/>
                <a:cs typeface="Malgun Gothic"/>
              </a:rPr>
              <a:t>구조</a:t>
            </a:r>
            <a:endParaRPr sz="1425" dirty="0">
              <a:latin typeface="Malgun Gothic"/>
              <a:ea typeface="Malgun Gothic"/>
              <a:cs typeface="Malgun Gothic"/>
            </a:endParaRPr>
          </a:p>
        </p:txBody>
      </p:sp>
      <p:sp>
        <p:nvSpPr>
          <p:cNvPr id="12" name="TextBox 11"/>
          <p:cNvSpPr txBox="1"/>
          <p:nvPr/>
        </p:nvSpPr>
        <p:spPr>
          <a:xfrm>
            <a:off x="4135374" y="1693468"/>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차별화 전략 · 전체 사이트맵</a:t>
            </a:r>
          </a:p>
        </p:txBody>
      </p:sp>
      <p:sp>
        <p:nvSpPr>
          <p:cNvPr id="13" name="Rectangle 12"/>
          <p:cNvSpPr/>
          <p:nvPr/>
        </p:nvSpPr>
        <p:spPr>
          <a:xfrm>
            <a:off x="603504" y="1988363"/>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14" name="TextBox 13"/>
          <p:cNvSpPr txBox="1"/>
          <p:nvPr/>
        </p:nvSpPr>
        <p:spPr>
          <a:xfrm>
            <a:off x="610363" y="2084374"/>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03</a:t>
            </a:r>
          </a:p>
        </p:txBody>
      </p:sp>
      <p:sp>
        <p:nvSpPr>
          <p:cNvPr id="15" name="TextBox 14"/>
          <p:cNvSpPr txBox="1"/>
          <p:nvPr/>
        </p:nvSpPr>
        <p:spPr>
          <a:xfrm>
            <a:off x="1083564" y="2077516"/>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주요 기능 및 지면 구성</a:t>
            </a:r>
          </a:p>
        </p:txBody>
      </p:sp>
      <p:sp>
        <p:nvSpPr>
          <p:cNvPr id="16" name="TextBox 15"/>
          <p:cNvSpPr txBox="1"/>
          <p:nvPr/>
        </p:nvSpPr>
        <p:spPr>
          <a:xfrm>
            <a:off x="4135375" y="2111805"/>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본지 · 사건 4편 · 확장 콘텐츠</a:t>
            </a:r>
          </a:p>
        </p:txBody>
      </p:sp>
      <p:sp>
        <p:nvSpPr>
          <p:cNvPr id="17" name="Rectangle 16"/>
          <p:cNvSpPr/>
          <p:nvPr/>
        </p:nvSpPr>
        <p:spPr>
          <a:xfrm>
            <a:off x="603504" y="2406700"/>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18" name="TextBox 17"/>
          <p:cNvSpPr txBox="1"/>
          <p:nvPr/>
        </p:nvSpPr>
        <p:spPr>
          <a:xfrm>
            <a:off x="610363" y="2502713"/>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04</a:t>
            </a:r>
          </a:p>
        </p:txBody>
      </p:sp>
      <p:sp>
        <p:nvSpPr>
          <p:cNvPr id="19" name="TextBox 18"/>
          <p:cNvSpPr txBox="1"/>
          <p:nvPr/>
        </p:nvSpPr>
        <p:spPr>
          <a:xfrm>
            <a:off x="1083564" y="2495854"/>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핵심 기술과 구현</a:t>
            </a:r>
          </a:p>
        </p:txBody>
      </p:sp>
      <p:sp>
        <p:nvSpPr>
          <p:cNvPr id="20" name="TextBox 19"/>
          <p:cNvSpPr txBox="1"/>
          <p:nvPr/>
        </p:nvSpPr>
        <p:spPr>
          <a:xfrm>
            <a:off x="4135374" y="2530144"/>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개발 환경 · 핵심 코드</a:t>
            </a:r>
          </a:p>
        </p:txBody>
      </p:sp>
      <p:sp>
        <p:nvSpPr>
          <p:cNvPr id="21" name="Rectangle 20"/>
          <p:cNvSpPr/>
          <p:nvPr/>
        </p:nvSpPr>
        <p:spPr>
          <a:xfrm>
            <a:off x="603504" y="2825039"/>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22" name="TextBox 21"/>
          <p:cNvSpPr txBox="1"/>
          <p:nvPr/>
        </p:nvSpPr>
        <p:spPr>
          <a:xfrm>
            <a:off x="610363" y="2921050"/>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05</a:t>
            </a:r>
          </a:p>
        </p:txBody>
      </p:sp>
      <p:sp>
        <p:nvSpPr>
          <p:cNvPr id="23" name="TextBox 22"/>
          <p:cNvSpPr txBox="1"/>
          <p:nvPr/>
        </p:nvSpPr>
        <p:spPr>
          <a:xfrm>
            <a:off x="1083564" y="2914192"/>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개발 과정과 문제 해결</a:t>
            </a:r>
          </a:p>
        </p:txBody>
      </p:sp>
      <p:sp>
        <p:nvSpPr>
          <p:cNvPr id="24" name="TextBox 23"/>
          <p:cNvSpPr txBox="1"/>
          <p:nvPr/>
        </p:nvSpPr>
        <p:spPr>
          <a:xfrm>
            <a:off x="4135375" y="2948481"/>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오류 개선 · 모바일 · 최적화</a:t>
            </a:r>
          </a:p>
        </p:txBody>
      </p:sp>
      <p:sp>
        <p:nvSpPr>
          <p:cNvPr id="25" name="Rectangle 24"/>
          <p:cNvSpPr/>
          <p:nvPr/>
        </p:nvSpPr>
        <p:spPr>
          <a:xfrm>
            <a:off x="603504" y="3243376"/>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26" name="TextBox 25"/>
          <p:cNvSpPr txBox="1"/>
          <p:nvPr/>
        </p:nvSpPr>
        <p:spPr>
          <a:xfrm>
            <a:off x="610363" y="3339389"/>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06</a:t>
            </a:r>
          </a:p>
        </p:txBody>
      </p:sp>
      <p:sp>
        <p:nvSpPr>
          <p:cNvPr id="27" name="TextBox 26"/>
          <p:cNvSpPr txBox="1"/>
          <p:nvPr/>
        </p:nvSpPr>
        <p:spPr>
          <a:xfrm>
            <a:off x="1083564" y="3332530"/>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피드백 반영과 협업</a:t>
            </a:r>
          </a:p>
        </p:txBody>
      </p:sp>
      <p:sp>
        <p:nvSpPr>
          <p:cNvPr id="28" name="TextBox 27"/>
          <p:cNvSpPr txBox="1"/>
          <p:nvPr/>
        </p:nvSpPr>
        <p:spPr>
          <a:xfrm>
            <a:off x="4135375" y="3366820"/>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a:latin typeface="Malgun Gothic"/>
                <a:ea typeface="Malgun Gothic"/>
                <a:cs typeface="Malgun Gothic"/>
              </a:rPr>
              <a:t>중간발표 개선 · 외부 협업</a:t>
            </a:r>
          </a:p>
        </p:txBody>
      </p:sp>
      <p:sp>
        <p:nvSpPr>
          <p:cNvPr id="29" name="Rectangle 28"/>
          <p:cNvSpPr/>
          <p:nvPr/>
        </p:nvSpPr>
        <p:spPr>
          <a:xfrm>
            <a:off x="603504" y="3661715"/>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30" name="TextBox 29"/>
          <p:cNvSpPr txBox="1"/>
          <p:nvPr/>
        </p:nvSpPr>
        <p:spPr>
          <a:xfrm>
            <a:off x="610363" y="3757727"/>
            <a:ext cx="287899" cy="276999"/>
          </a:xfrm>
          <a:prstGeom prst="rect">
            <a:avLst/>
          </a:prstGeom>
          <a:noFill/>
        </p:spPr>
        <p:txBody>
          <a:bodyPr wrap="none" lIns="0" tIns="0">
            <a:spAutoFit/>
          </a:bodyPr>
          <a:lstStyle/>
          <a:p>
            <a:pPr>
              <a:defRPr sz="2000" b="0">
                <a:solidFill>
                  <a:srgbClr val="304B74"/>
                </a:solidFill>
                <a:latin typeface="Batang"/>
                <a:ea typeface="Batang"/>
                <a:cs typeface="Batang"/>
              </a:defRPr>
            </a:pPr>
            <a:r>
              <a:rPr sz="1500">
                <a:latin typeface="Malgun Gothic"/>
                <a:ea typeface="Malgun Gothic"/>
                <a:cs typeface="Malgun Gothic"/>
              </a:rPr>
              <a:t>07</a:t>
            </a:r>
          </a:p>
        </p:txBody>
      </p:sp>
      <p:sp>
        <p:nvSpPr>
          <p:cNvPr id="31" name="TextBox 30"/>
          <p:cNvSpPr txBox="1"/>
          <p:nvPr/>
        </p:nvSpPr>
        <p:spPr>
          <a:xfrm>
            <a:off x="1083564" y="3750868"/>
            <a:ext cx="2743200" cy="265457"/>
          </a:xfrm>
          <a:prstGeom prst="rect">
            <a:avLst/>
          </a:prstGeom>
          <a:noFill/>
        </p:spPr>
        <p:txBody>
          <a:bodyPr wrap="square" lIns="0" tIns="0">
            <a:spAutoFit/>
          </a:bodyPr>
          <a:lstStyle/>
          <a:p>
            <a:pPr algn="l">
              <a:defRPr sz="1900" b="1">
                <a:solidFill>
                  <a:srgbClr val="26231F"/>
                </a:solidFill>
                <a:latin typeface="Malgun Gothic"/>
                <a:ea typeface="Malgun Gothic"/>
                <a:cs typeface="Malgun Gothic"/>
              </a:defRPr>
            </a:pPr>
            <a:r>
              <a:rPr sz="1425">
                <a:latin typeface="Malgun Gothic"/>
                <a:ea typeface="Malgun Gothic"/>
                <a:cs typeface="Malgun Gothic"/>
              </a:rPr>
              <a:t>최종 결과 및 발전 방향</a:t>
            </a:r>
          </a:p>
        </p:txBody>
      </p:sp>
      <p:sp>
        <p:nvSpPr>
          <p:cNvPr id="32" name="TextBox 31"/>
          <p:cNvSpPr txBox="1"/>
          <p:nvPr/>
        </p:nvSpPr>
        <p:spPr>
          <a:xfrm>
            <a:off x="4135374" y="3785158"/>
            <a:ext cx="2286000" cy="173124"/>
          </a:xfrm>
          <a:prstGeom prst="rect">
            <a:avLst/>
          </a:prstGeom>
          <a:noFill/>
        </p:spPr>
        <p:txBody>
          <a:bodyPr wrap="square" lIns="0" tIns="0">
            <a:spAutoFit/>
          </a:bodyPr>
          <a:lstStyle/>
          <a:p>
            <a:pPr algn="l">
              <a:defRPr sz="1100" b="0">
                <a:solidFill>
                  <a:srgbClr val="736A5F"/>
                </a:solidFill>
                <a:latin typeface="Malgun Gothic"/>
                <a:ea typeface="Malgun Gothic"/>
                <a:cs typeface="Malgun Gothic"/>
              </a:defRPr>
            </a:pPr>
            <a:r>
              <a:rPr sz="825" dirty="0">
                <a:latin typeface="Malgun Gothic"/>
                <a:ea typeface="Malgun Gothic"/>
                <a:cs typeface="Malgun Gothic"/>
              </a:rPr>
              <a:t>최종</a:t>
            </a:r>
            <a:r>
              <a:rPr sz="825" dirty="0">
                <a:latin typeface="Malgun Gothic"/>
                <a:ea typeface="Malgun Gothic"/>
                <a:cs typeface="Malgun Gothic"/>
              </a:rPr>
              <a:t> </a:t>
            </a:r>
            <a:r>
              <a:rPr sz="825" dirty="0">
                <a:latin typeface="Malgun Gothic"/>
                <a:ea typeface="Malgun Gothic"/>
                <a:cs typeface="Malgun Gothic"/>
              </a:rPr>
              <a:t>시연</a:t>
            </a:r>
            <a:r>
              <a:rPr sz="825" dirty="0">
                <a:latin typeface="Malgun Gothic"/>
                <a:ea typeface="Malgun Gothic"/>
                <a:cs typeface="Malgun Gothic"/>
              </a:rPr>
              <a:t> ·  </a:t>
            </a:r>
            <a:r>
              <a:rPr sz="825" dirty="0">
                <a:latin typeface="Malgun Gothic"/>
                <a:ea typeface="Malgun Gothic"/>
                <a:cs typeface="Malgun Gothic"/>
              </a:rPr>
              <a:t>확장</a:t>
            </a:r>
            <a:endParaRPr sz="825" dirty="0">
              <a:latin typeface="Malgun Gothic"/>
              <a:ea typeface="Malgun Gothic"/>
              <a:cs typeface="Malgun Gothic"/>
            </a:endParaRPr>
          </a:p>
        </p:txBody>
      </p:sp>
      <p:sp>
        <p:nvSpPr>
          <p:cNvPr id="33" name="Rectangle 32"/>
          <p:cNvSpPr/>
          <p:nvPr/>
        </p:nvSpPr>
        <p:spPr>
          <a:xfrm>
            <a:off x="603504" y="4080053"/>
            <a:ext cx="6103620" cy="5486"/>
          </a:xfrm>
          <a:prstGeom prst="rect">
            <a:avLst/>
          </a:prstGeom>
          <a:solidFill>
            <a:srgbClr val="CCBE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Malgun Gothic"/>
              <a:ea typeface="Malgun Gothic"/>
              <a:cs typeface="Malgun Gothic"/>
            </a:endParaRPr>
          </a:p>
        </p:txBody>
      </p:sp>
      <p:sp>
        <p:nvSpPr>
          <p:cNvPr id="37"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a:t>
            </a:fld>
            <a:endParaRPr lang="en-US">
              <a:latin typeface="Malgun Gothic"/>
              <a:ea typeface="Malgun Gothic"/>
              <a:cs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B7C8E6"/>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B7C8E6"/>
                </a:solidFill>
                <a:latin typeface="Malgun Gothic"/>
                <a:ea typeface="Malgun Gothic"/>
                <a:cs typeface="Malgun Gothic"/>
              </a:rPr>
              <a:t>01  기획 배경</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bg1"/>
                </a:solidFill>
                <a:latin typeface="Batang"/>
                <a:ea typeface="Batang"/>
                <a:cs typeface="Batang"/>
              </a:rPr>
              <a:t>시작은 단순했습니다</a:t>
            </a:r>
            <a:endParaRPr lang="en-US" sz="2500" dirty="0">
              <a:latin typeface="Batang"/>
              <a:ea typeface="Batang"/>
              <a:cs typeface="Batang"/>
            </a:endParaRPr>
          </a:p>
        </p:txBody>
      </p:sp>
      <p:sp>
        <p:nvSpPr>
          <p:cNvPr id="5" name="Text 3"/>
          <p:cNvSpPr txBox="1"/>
          <p:nvPr/>
        </p:nvSpPr>
        <p:spPr>
          <a:xfrm>
            <a:off x="548640" y="1371600"/>
            <a:ext cx="4754880" cy="1463040"/>
          </a:xfrm>
          <a:prstGeom prst="rect">
            <a:avLst/>
          </a:prstGeom>
          <a:noFill/>
          <a:ln/>
        </p:spPr>
        <p:txBody>
          <a:bodyPr wrap="square" lIns="0" tIns="0" rIns="0" bIns="0" rtlCol="0" anchor="t"/>
          <a:lstStyle/>
          <a:p>
            <a:pPr marL="0" indent="0">
              <a:lnSpc>
                <a:spcPct val="120000"/>
              </a:lnSpc>
              <a:buNone/>
            </a:pPr>
            <a:r>
              <a:rPr lang="en-US" sz="3200" b="1" dirty="0">
                <a:solidFill>
                  <a:srgbClr val="F3ECDE"/>
                </a:solidFill>
                <a:latin typeface="Batang"/>
                <a:ea typeface="Batang"/>
                <a:cs typeface="Batang"/>
              </a:rPr>
              <a:t>“그 시대에도</a:t>
            </a:r>
            <a:endParaRPr lang="en-US" sz="3200" dirty="0">
              <a:latin typeface="Malgun Gothic"/>
              <a:ea typeface="Malgun Gothic"/>
              <a:cs typeface="Malgun Gothic"/>
            </a:endParaRPr>
          </a:p>
          <a:p>
            <a:pPr marL="0" indent="0">
              <a:lnSpc>
                <a:spcPct val="120000"/>
              </a:lnSpc>
              <a:buNone/>
            </a:pPr>
            <a:r>
              <a:rPr lang="en-US" sz="3200" b="1" dirty="0">
                <a:solidFill>
                  <a:srgbClr val="F3ECDE"/>
                </a:solidFill>
                <a:latin typeface="Batang"/>
                <a:ea typeface="Batang"/>
                <a:cs typeface="Batang"/>
              </a:rPr>
              <a:t>이런 일이 있었어?”</a:t>
            </a:r>
            <a:endParaRPr lang="en-US" sz="3200" dirty="0">
              <a:latin typeface="Malgun Gothic"/>
              <a:ea typeface="Malgun Gothic"/>
              <a:cs typeface="Malgun Gothic"/>
            </a:endParaRPr>
          </a:p>
        </p:txBody>
      </p:sp>
      <p:sp>
        <p:nvSpPr>
          <p:cNvPr id="6" name="Text 4"/>
          <p:cNvSpPr txBox="1"/>
          <p:nvPr/>
        </p:nvSpPr>
        <p:spPr>
          <a:xfrm>
            <a:off x="548640" y="3017520"/>
            <a:ext cx="4572000" cy="914400"/>
          </a:xfrm>
          <a:prstGeom prst="rect">
            <a:avLst/>
          </a:prstGeom>
          <a:noFill/>
          <a:ln/>
        </p:spPr>
        <p:txBody>
          <a:bodyPr wrap="square" lIns="0" tIns="0" rIns="0" bIns="0" rtlCol="0" anchor="t"/>
          <a:lstStyle/>
          <a:p>
            <a:pPr marL="0" indent="0">
              <a:lnSpc>
                <a:spcPct val="135000"/>
              </a:lnSpc>
              <a:buNone/>
            </a:pPr>
            <a:r>
              <a:rPr lang="en-US" sz="1300" dirty="0">
                <a:solidFill>
                  <a:srgbClr val="BDB8AE"/>
                </a:solidFill>
                <a:latin typeface="Malgun Gothic"/>
                <a:ea typeface="Malgun Gothic"/>
                <a:cs typeface="Malgun Gothic"/>
              </a:rPr>
              <a:t>1930년대 신문을 보다 보면 지금 봐도 놀랄 만큼 잔혹하고 기괴한 사건이 많습니다. 처음 봤을 때 무섭기도 했지만, 솔직히 재밌었습니다.</a:t>
            </a:r>
            <a:endParaRPr lang="en-US" sz="1300" dirty="0">
              <a:latin typeface="Malgun Gothic"/>
              <a:ea typeface="Malgun Gothic"/>
              <a:cs typeface="Malgun Gothic"/>
            </a:endParaRPr>
          </a:p>
        </p:txBody>
      </p:sp>
      <p:pic>
        <p:nvPicPr>
          <p:cNvPr id="7" name="Image 0" descr="/tmp/claude-0/-home-claude/afa474c7-3a5f-5ee1-8f18-b5fefe6dcd1f/scratchpad/deck/g2/bb_wide.jpg"/>
          <p:cNvPicPr>
            <a:picLocks noChangeAspect="1"/>
          </p:cNvPicPr>
          <p:nvPr/>
        </p:nvPicPr>
        <p:blipFill rotWithShape="1">
          <a:blip r:embed="rId3"/>
          <a:srcRect l="5177" r="4967" b="6944"/>
          <a:stretch/>
        </p:blipFill>
        <p:spPr>
          <a:xfrm>
            <a:off x="5734050" y="1371600"/>
            <a:ext cx="2711450" cy="850900"/>
          </a:xfrm>
          <a:prstGeom prst="rect">
            <a:avLst/>
          </a:prstGeom>
        </p:spPr>
      </p:pic>
      <p:pic>
        <p:nvPicPr>
          <p:cNvPr id="8" name="Image 1" descr="/tmp/claude-0/-home-claude/afa474c7-3a5f-5ee1-8f18-b5fefe6dcd1f/scratchpad/deck/g2/mr_wide.jpg"/>
          <p:cNvPicPr>
            <a:picLocks noChangeAspect="1"/>
          </p:cNvPicPr>
          <p:nvPr/>
        </p:nvPicPr>
        <p:blipFill rotWithShape="1">
          <a:blip r:embed="rId4"/>
          <a:srcRect l="5178" r="4965" b="6944"/>
          <a:stretch/>
        </p:blipFill>
        <p:spPr>
          <a:xfrm>
            <a:off x="5734050" y="2423160"/>
            <a:ext cx="2711450" cy="850900"/>
          </a:xfrm>
          <a:prstGeom prst="rect">
            <a:avLst/>
          </a:prstGeom>
        </p:spPr>
      </p:pic>
      <p:pic>
        <p:nvPicPr>
          <p:cNvPr id="9" name="Image 2" descr="/tmp/claude-0/-home-claude/afa474c7-3a5f-5ee1-8f18-b5fefe6dcd1f/scratchpad/deck/g2/jk_wide.jpg"/>
          <p:cNvPicPr>
            <a:picLocks noChangeAspect="1"/>
          </p:cNvPicPr>
          <p:nvPr/>
        </p:nvPicPr>
        <p:blipFill rotWithShape="1">
          <a:blip r:embed="rId5"/>
          <a:srcRect l="5177" r="4967" b="6944"/>
          <a:stretch/>
        </p:blipFill>
        <p:spPr>
          <a:xfrm>
            <a:off x="5734050" y="3474720"/>
            <a:ext cx="2711450" cy="850900"/>
          </a:xfrm>
          <a:prstGeom prst="rect">
            <a:avLst/>
          </a:prstGeom>
        </p:spPr>
      </p:pic>
      <p:sp>
        <p:nvSpPr>
          <p:cNvPr id="10" name="Text 5"/>
          <p:cNvSpPr txBox="1"/>
          <p:nvPr/>
        </p:nvSpPr>
        <p:spPr>
          <a:xfrm>
            <a:off x="548640" y="4114800"/>
            <a:ext cx="4754880" cy="365760"/>
          </a:xfrm>
          <a:prstGeom prst="rect">
            <a:avLst/>
          </a:prstGeom>
          <a:noFill/>
          <a:ln/>
        </p:spPr>
        <p:txBody>
          <a:bodyPr wrap="square" lIns="0" tIns="0" rIns="0" bIns="0" rtlCol="0" anchor="t"/>
          <a:lstStyle/>
          <a:p>
            <a:pPr marL="0" indent="0">
              <a:buNone/>
            </a:pPr>
            <a:r>
              <a:rPr lang="en-US" sz="1200" b="1" dirty="0">
                <a:solidFill>
                  <a:srgbClr val="B7C8E6"/>
                </a:solidFill>
                <a:latin typeface="Malgun Gothic"/>
                <a:ea typeface="Malgun Gothic"/>
                <a:cs typeface="Malgun Gothic"/>
              </a:rPr>
              <a:t>이 재미를 다른 사람들도 느끼게 해 보자는 데서 출발했습니다.</a:t>
            </a:r>
            <a:endParaRPr lang="en-US" sz="1200" dirty="0">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3</a:t>
            </a:fld>
            <a:endParaRPr lang="en-US">
              <a:latin typeface="Malgun Gothic"/>
              <a:ea typeface="Malgun Gothic"/>
              <a:cs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01  기획 배경</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왜 옛 기사로 보여 주는가</a:t>
            </a:r>
            <a:endParaRPr lang="en-US" sz="2500" dirty="0">
              <a:latin typeface="Batang"/>
              <a:ea typeface="Batang"/>
              <a:cs typeface="Batang"/>
            </a:endParaRPr>
          </a:p>
        </p:txBody>
      </p:sp>
      <p:sp>
        <p:nvSpPr>
          <p:cNvPr id="5" name="Shape 3"/>
          <p:cNvSpPr/>
          <p:nvPr/>
        </p:nvSpPr>
        <p:spPr>
          <a:xfrm>
            <a:off x="548640" y="1165860"/>
            <a:ext cx="3474720" cy="1554480"/>
          </a:xfrm>
          <a:prstGeom prst="rect">
            <a:avLst/>
          </a:prstGeom>
          <a:solidFill>
            <a:srgbClr val="E7DDCA"/>
          </a:solidFill>
          <a:ln/>
        </p:spPr>
        <p:txBody>
          <a:bodyPr/>
          <a:lstStyle/>
          <a:p>
            <a:endParaRPr>
              <a:latin typeface="Malgun Gothic"/>
              <a:ea typeface="Malgun Gothic"/>
              <a:cs typeface="Malgun Gothic"/>
            </a:endParaRPr>
          </a:p>
        </p:txBody>
      </p:sp>
      <p:sp>
        <p:nvSpPr>
          <p:cNvPr id="6" name="Text 4"/>
          <p:cNvSpPr txBox="1"/>
          <p:nvPr/>
        </p:nvSpPr>
        <p:spPr>
          <a:xfrm>
            <a:off x="777240" y="1321308"/>
            <a:ext cx="3474720" cy="274320"/>
          </a:xfrm>
          <a:prstGeom prst="rect">
            <a:avLst/>
          </a:prstGeom>
          <a:noFill/>
          <a:ln/>
        </p:spPr>
        <p:txBody>
          <a:bodyPr wrap="square" lIns="0" tIns="0" rIns="0" bIns="0" rtlCol="0" anchor="t"/>
          <a:lstStyle/>
          <a:p>
            <a:pPr marL="0" indent="0">
              <a:buNone/>
            </a:pPr>
            <a:r>
              <a:rPr lang="en-US" sz="1000" b="1" kern="0" spc="200" dirty="0">
                <a:solidFill>
                  <a:srgbClr val="7E776B"/>
                </a:solidFill>
                <a:latin typeface="Malgun Gothic"/>
                <a:ea typeface="Malgun Gothic"/>
                <a:cs typeface="Malgun Gothic"/>
              </a:rPr>
              <a:t>기존 콘텐츠</a:t>
            </a:r>
            <a:endParaRPr lang="en-US" sz="1000" dirty="0">
              <a:latin typeface="Malgun Gothic"/>
              <a:ea typeface="Malgun Gothic"/>
              <a:cs typeface="Malgun Gothic"/>
            </a:endParaRPr>
          </a:p>
        </p:txBody>
      </p:sp>
      <p:sp>
        <p:nvSpPr>
          <p:cNvPr id="7" name="Text 5"/>
          <p:cNvSpPr txBox="1"/>
          <p:nvPr/>
        </p:nvSpPr>
        <p:spPr>
          <a:xfrm>
            <a:off x="777240" y="1650492"/>
            <a:ext cx="2971800" cy="914400"/>
          </a:xfrm>
          <a:prstGeom prst="rect">
            <a:avLst/>
          </a:prstGeom>
          <a:noFill/>
          <a:ln/>
        </p:spPr>
        <p:txBody>
          <a:bodyPr wrap="square" lIns="0" tIns="0" rIns="0" bIns="0" rtlCol="0" anchor="t"/>
          <a:lstStyle/>
          <a:p>
            <a:pPr marL="0" indent="0">
              <a:lnSpc>
                <a:spcPct val="125000"/>
              </a:lnSpc>
              <a:buNone/>
            </a:pPr>
            <a:r>
              <a:rPr lang="en-US" sz="1500" b="1" dirty="0">
                <a:solidFill>
                  <a:srgbClr val="3B3934"/>
                </a:solidFill>
                <a:latin typeface="Malgun Gothic"/>
                <a:ea typeface="Malgun Gothic"/>
                <a:cs typeface="Malgun Gothic"/>
              </a:rPr>
              <a:t>사건을 다루는 콘텐츠는</a:t>
            </a:r>
            <a:endParaRPr lang="en-US" sz="1500" dirty="0">
              <a:latin typeface="Malgun Gothic"/>
              <a:ea typeface="Malgun Gothic"/>
              <a:cs typeface="Malgun Gothic"/>
            </a:endParaRPr>
          </a:p>
          <a:p>
            <a:pPr marL="0" indent="0">
              <a:lnSpc>
                <a:spcPct val="125000"/>
              </a:lnSpc>
              <a:buNone/>
            </a:pPr>
            <a:r>
              <a:rPr lang="en-US" sz="1500" b="1" dirty="0">
                <a:solidFill>
                  <a:srgbClr val="3B3934"/>
                </a:solidFill>
                <a:latin typeface="Malgun Gothic"/>
                <a:ea typeface="Malgun Gothic"/>
                <a:cs typeface="Malgun Gothic"/>
              </a:rPr>
              <a:t>탐사보도 형식이 대부분입니다</a:t>
            </a:r>
            <a:endParaRPr lang="en-US" sz="1500" dirty="0">
              <a:latin typeface="Malgun Gothic"/>
              <a:ea typeface="Malgun Gothic"/>
              <a:cs typeface="Malgun Gothic"/>
            </a:endParaRPr>
          </a:p>
        </p:txBody>
      </p:sp>
      <p:sp>
        <p:nvSpPr>
          <p:cNvPr id="8" name="Text 6"/>
          <p:cNvSpPr txBox="1"/>
          <p:nvPr/>
        </p:nvSpPr>
        <p:spPr>
          <a:xfrm>
            <a:off x="4160520" y="1714500"/>
            <a:ext cx="411480" cy="365760"/>
          </a:xfrm>
          <a:prstGeom prst="rect">
            <a:avLst/>
          </a:prstGeom>
          <a:noFill/>
          <a:ln/>
        </p:spPr>
        <p:txBody>
          <a:bodyPr wrap="square" lIns="0" tIns="0" rIns="0" bIns="0" rtlCol="0" anchor="t"/>
          <a:lstStyle/>
          <a:p>
            <a:pPr marL="0" indent="0" algn="ctr">
              <a:buNone/>
            </a:pPr>
            <a:r>
              <a:rPr lang="en-US" sz="1500" dirty="0">
                <a:solidFill>
                  <a:srgbClr val="7E776B"/>
                </a:solidFill>
                <a:latin typeface="Malgun Gothic"/>
                <a:ea typeface="Malgun Gothic"/>
                <a:cs typeface="Malgun Gothic"/>
              </a:rPr>
              <a:t>→</a:t>
            </a:r>
            <a:endParaRPr lang="en-US" sz="1500" dirty="0">
              <a:latin typeface="Malgun Gothic"/>
              <a:ea typeface="Malgun Gothic"/>
              <a:cs typeface="Malgun Gothic"/>
            </a:endParaRPr>
          </a:p>
        </p:txBody>
      </p:sp>
      <p:sp>
        <p:nvSpPr>
          <p:cNvPr id="9" name="Shape 7"/>
          <p:cNvSpPr/>
          <p:nvPr/>
        </p:nvSpPr>
        <p:spPr>
          <a:xfrm>
            <a:off x="4663440" y="1165860"/>
            <a:ext cx="3474720" cy="1554480"/>
          </a:xfrm>
          <a:prstGeom prst="rect">
            <a:avLst/>
          </a:prstGeom>
          <a:solidFill>
            <a:srgbClr val="161616"/>
          </a:solidFill>
          <a:ln/>
        </p:spPr>
        <p:txBody>
          <a:bodyPr/>
          <a:lstStyle/>
          <a:p>
            <a:endParaRPr>
              <a:latin typeface="Malgun Gothic"/>
              <a:ea typeface="Malgun Gothic"/>
              <a:cs typeface="Malgun Gothic"/>
            </a:endParaRPr>
          </a:p>
        </p:txBody>
      </p:sp>
      <p:sp>
        <p:nvSpPr>
          <p:cNvPr id="10" name="Text 8"/>
          <p:cNvSpPr txBox="1"/>
          <p:nvPr/>
        </p:nvSpPr>
        <p:spPr>
          <a:xfrm>
            <a:off x="4892040" y="1321308"/>
            <a:ext cx="3474720" cy="274320"/>
          </a:xfrm>
          <a:prstGeom prst="rect">
            <a:avLst/>
          </a:prstGeom>
          <a:noFill/>
          <a:ln/>
        </p:spPr>
        <p:txBody>
          <a:bodyPr wrap="square" lIns="0" tIns="0" rIns="0" bIns="0" rtlCol="0" anchor="t"/>
          <a:lstStyle/>
          <a:p>
            <a:pPr marL="0" indent="0">
              <a:buNone/>
            </a:pPr>
            <a:r>
              <a:rPr lang="en-US" sz="1000" b="1" kern="0" spc="200" dirty="0">
                <a:solidFill>
                  <a:srgbClr val="B7C8E6"/>
                </a:solidFill>
                <a:latin typeface="Malgun Gothic"/>
                <a:ea typeface="Malgun Gothic"/>
                <a:cs typeface="Malgun Gothic"/>
              </a:rPr>
              <a:t>경성야록</a:t>
            </a:r>
            <a:endParaRPr lang="en-US" sz="1000" dirty="0">
              <a:latin typeface="Malgun Gothic"/>
              <a:ea typeface="Malgun Gothic"/>
              <a:cs typeface="Malgun Gothic"/>
            </a:endParaRPr>
          </a:p>
        </p:txBody>
      </p:sp>
      <p:sp>
        <p:nvSpPr>
          <p:cNvPr id="11" name="Text 9"/>
          <p:cNvSpPr txBox="1"/>
          <p:nvPr/>
        </p:nvSpPr>
        <p:spPr>
          <a:xfrm>
            <a:off x="4892040" y="1650492"/>
            <a:ext cx="3073400" cy="914400"/>
          </a:xfrm>
          <a:prstGeom prst="rect">
            <a:avLst/>
          </a:prstGeom>
          <a:noFill/>
          <a:ln/>
        </p:spPr>
        <p:txBody>
          <a:bodyPr wrap="square" lIns="0" tIns="0" rIns="0" bIns="0" rtlCol="0" anchor="t"/>
          <a:lstStyle/>
          <a:p>
            <a:pPr marL="0" indent="0">
              <a:lnSpc>
                <a:spcPct val="125000"/>
              </a:lnSpc>
              <a:buNone/>
            </a:pPr>
            <a:r>
              <a:rPr lang="en-US" sz="1500" b="1" dirty="0">
                <a:solidFill>
                  <a:srgbClr val="F3ECDE"/>
                </a:solidFill>
                <a:latin typeface="Malgun Gothic"/>
                <a:ea typeface="Malgun Gothic"/>
                <a:cs typeface="Malgun Gothic"/>
              </a:rPr>
              <a:t>저희는 그 시대 신문 기사로</a:t>
            </a:r>
            <a:endParaRPr lang="en-US" sz="1500" dirty="0">
              <a:latin typeface="Malgun Gothic"/>
              <a:ea typeface="Malgun Gothic"/>
              <a:cs typeface="Malgun Gothic"/>
            </a:endParaRPr>
          </a:p>
          <a:p>
            <a:pPr marL="0" indent="0">
              <a:lnSpc>
                <a:spcPct val="125000"/>
              </a:lnSpc>
              <a:buNone/>
            </a:pPr>
            <a:r>
              <a:rPr lang="en-US" sz="1500" b="1" dirty="0">
                <a:solidFill>
                  <a:srgbClr val="F3ECDE"/>
                </a:solidFill>
                <a:latin typeface="Malgun Gothic"/>
                <a:ea typeface="Malgun Gothic"/>
                <a:cs typeface="Malgun Gothic"/>
              </a:rPr>
              <a:t>사건을 다시 읽습니다</a:t>
            </a:r>
            <a:endParaRPr lang="en-US" sz="1500" dirty="0">
              <a:latin typeface="Malgun Gothic"/>
              <a:ea typeface="Malgun Gothic"/>
              <a:cs typeface="Malgun Gothic"/>
            </a:endParaRPr>
          </a:p>
        </p:txBody>
      </p:sp>
      <p:sp>
        <p:nvSpPr>
          <p:cNvPr id="12" name="Text 10"/>
          <p:cNvSpPr txBox="1"/>
          <p:nvPr/>
        </p:nvSpPr>
        <p:spPr>
          <a:xfrm>
            <a:off x="548640" y="3058161"/>
            <a:ext cx="2514600" cy="320040"/>
          </a:xfrm>
          <a:prstGeom prst="rect">
            <a:avLst/>
          </a:prstGeom>
          <a:noFill/>
          <a:ln/>
        </p:spPr>
        <p:txBody>
          <a:bodyPr wrap="square" lIns="0" tIns="0" rIns="0" bIns="0" rtlCol="0" anchor="t"/>
          <a:lstStyle/>
          <a:p>
            <a:pPr marL="0" indent="0">
              <a:buNone/>
            </a:pPr>
            <a:r>
              <a:rPr lang="en-US" sz="1400" b="1" dirty="0">
                <a:solidFill>
                  <a:srgbClr val="2E4A7D"/>
                </a:solidFill>
                <a:latin typeface="Malgun Gothic"/>
                <a:ea typeface="Malgun Gothic"/>
                <a:cs typeface="Malgun Gothic"/>
              </a:rPr>
              <a:t>차별점</a:t>
            </a:r>
            <a:endParaRPr lang="en-US" sz="1400" dirty="0">
              <a:latin typeface="Malgun Gothic"/>
              <a:ea typeface="Malgun Gothic"/>
              <a:cs typeface="Malgun Gothic"/>
            </a:endParaRPr>
          </a:p>
        </p:txBody>
      </p:sp>
      <p:sp>
        <p:nvSpPr>
          <p:cNvPr id="13" name="Text 11"/>
          <p:cNvSpPr txBox="1"/>
          <p:nvPr/>
        </p:nvSpPr>
        <p:spPr>
          <a:xfrm>
            <a:off x="548640" y="3423921"/>
            <a:ext cx="2514600" cy="1005840"/>
          </a:xfrm>
          <a:prstGeom prst="rect">
            <a:avLst/>
          </a:prstGeom>
          <a:noFill/>
          <a:ln/>
        </p:spPr>
        <p:txBody>
          <a:bodyPr wrap="square" lIns="0" tIns="0" rIns="0" bIns="0" rtlCol="0" anchor="t"/>
          <a:lstStyle/>
          <a:p>
            <a:pPr marL="0" indent="0">
              <a:lnSpc>
                <a:spcPct val="130000"/>
              </a:lnSpc>
              <a:buNone/>
            </a:pPr>
            <a:r>
              <a:rPr lang="en-US" sz="1100" dirty="0">
                <a:solidFill>
                  <a:srgbClr val="3B3934"/>
                </a:solidFill>
                <a:latin typeface="Malgun Gothic"/>
                <a:ea typeface="Malgun Gothic"/>
                <a:cs typeface="Malgun Gothic"/>
              </a:rPr>
              <a:t>당시 기자가 쓴 기사, 그 지면 그대로 보여 줍니다. 같은 사건도 그 시대 시선으로 보게 됩니다.</a:t>
            </a:r>
            <a:endParaRPr lang="en-US" sz="1100" dirty="0">
              <a:latin typeface="Malgun Gothic"/>
              <a:ea typeface="Malgun Gothic"/>
              <a:cs typeface="Malgun Gothic"/>
            </a:endParaRPr>
          </a:p>
        </p:txBody>
      </p:sp>
      <p:sp>
        <p:nvSpPr>
          <p:cNvPr id="14" name="Text 12"/>
          <p:cNvSpPr txBox="1"/>
          <p:nvPr/>
        </p:nvSpPr>
        <p:spPr>
          <a:xfrm>
            <a:off x="3291840" y="3058161"/>
            <a:ext cx="2514600" cy="320040"/>
          </a:xfrm>
          <a:prstGeom prst="rect">
            <a:avLst/>
          </a:prstGeom>
          <a:noFill/>
          <a:ln/>
        </p:spPr>
        <p:txBody>
          <a:bodyPr wrap="square" lIns="0" tIns="0" rIns="0" bIns="0" rtlCol="0" anchor="t"/>
          <a:lstStyle/>
          <a:p>
            <a:pPr marL="0" indent="0">
              <a:buNone/>
            </a:pPr>
            <a:r>
              <a:rPr lang="en-US" sz="1400" b="1" dirty="0">
                <a:solidFill>
                  <a:srgbClr val="2E4A7D"/>
                </a:solidFill>
                <a:latin typeface="Malgun Gothic"/>
                <a:ea typeface="Malgun Gothic"/>
                <a:cs typeface="Malgun Gothic"/>
              </a:rPr>
              <a:t>타깃</a:t>
            </a:r>
            <a:endParaRPr lang="en-US" sz="1400" dirty="0">
              <a:latin typeface="Malgun Gothic"/>
              <a:ea typeface="Malgun Gothic"/>
              <a:cs typeface="Malgun Gothic"/>
            </a:endParaRPr>
          </a:p>
        </p:txBody>
      </p:sp>
      <p:sp>
        <p:nvSpPr>
          <p:cNvPr id="15" name="Text 13"/>
          <p:cNvSpPr txBox="1"/>
          <p:nvPr/>
        </p:nvSpPr>
        <p:spPr>
          <a:xfrm>
            <a:off x="3291840" y="3423921"/>
            <a:ext cx="2514600" cy="1005840"/>
          </a:xfrm>
          <a:prstGeom prst="rect">
            <a:avLst/>
          </a:prstGeom>
          <a:noFill/>
          <a:ln/>
        </p:spPr>
        <p:txBody>
          <a:bodyPr wrap="square" lIns="0" tIns="0" rIns="0" bIns="0" rtlCol="0" anchor="t"/>
          <a:lstStyle/>
          <a:p>
            <a:pPr marL="0" indent="0">
              <a:lnSpc>
                <a:spcPct val="130000"/>
              </a:lnSpc>
              <a:buNone/>
            </a:pPr>
            <a:r>
              <a:rPr lang="en-US" sz="1100" dirty="0">
                <a:solidFill>
                  <a:srgbClr val="3B3934"/>
                </a:solidFill>
                <a:latin typeface="Malgun Gothic"/>
                <a:ea typeface="Malgun Gothic"/>
                <a:cs typeface="Malgun Gothic"/>
              </a:rPr>
              <a:t>공포 · 미스터리를 좋아하는 </a:t>
            </a:r>
            <a:r>
              <a:rPr lang="en-US" sz="1100" dirty="0">
                <a:solidFill>
                  <a:srgbClr val="3B3934"/>
                </a:solidFill>
                <a:latin typeface="Malgun Gothic"/>
                <a:ea typeface="Malgun Gothic"/>
                <a:cs typeface="Malgun Gothic"/>
              </a:rPr>
              <a:t>젊은</a:t>
            </a:r>
            <a:r>
              <a:rPr lang="en-US" sz="1100" dirty="0">
                <a:solidFill>
                  <a:srgbClr val="3B3934"/>
                </a:solidFill>
                <a:latin typeface="Malgun Gothic"/>
                <a:ea typeface="Malgun Gothic"/>
                <a:cs typeface="Malgun Gothic"/>
              </a:rPr>
              <a:t> 층</a:t>
            </a:r>
            <a:r>
              <a:rPr lang="en-US" altLang="ko-KR" sz="1100" dirty="0">
                <a:solidFill>
                  <a:srgbClr val="3B3934"/>
                </a:solidFill>
                <a:latin typeface="Malgun Gothic"/>
                <a:ea typeface="Malgun Gothic"/>
                <a:cs typeface="Malgun Gothic"/>
              </a:rPr>
              <a:t>, </a:t>
            </a:r>
            <a:r>
              <a:rPr lang="ko-KR" altLang="en-US" sz="1100" dirty="0">
                <a:solidFill>
                  <a:srgbClr val="3B3934"/>
                </a:solidFill>
                <a:latin typeface="Malgun Gothic"/>
                <a:ea typeface="Malgun Gothic"/>
                <a:cs typeface="Malgun Gothic"/>
              </a:rPr>
              <a:t>역사 교육 및 학습자료를 찾는 학생과 교사까지 폭 넓힐 수 있습니다</a:t>
            </a:r>
            <a:r>
              <a:rPr lang="en-US" altLang="ko-KR" sz="1100" dirty="0">
                <a:solidFill>
                  <a:srgbClr val="3B3934"/>
                </a:solidFill>
                <a:latin typeface="Malgun Gothic"/>
                <a:ea typeface="Malgun Gothic"/>
                <a:cs typeface="Malgun Gothic"/>
              </a:rPr>
              <a:t>.</a:t>
            </a:r>
          </a:p>
          <a:p>
            <a:pPr marL="0" indent="0">
              <a:lnSpc>
                <a:spcPct val="130000"/>
              </a:lnSpc>
              <a:buNone/>
            </a:pPr>
            <a:r>
              <a:rPr lang="ko-KR" altLang="en-US" sz="1100" dirty="0">
                <a:solidFill>
                  <a:srgbClr val="3B3934"/>
                </a:solidFill>
                <a:latin typeface="Malgun Gothic"/>
                <a:ea typeface="Malgun Gothic"/>
                <a:cs typeface="Malgun Gothic"/>
              </a:rPr>
              <a:t>단순히 읽는 것을 넘어 직접 눌러 보고 체험하며 역사를 배울 수 있습니다</a:t>
            </a:r>
            <a:r>
              <a:rPr lang="en-US" altLang="ko-KR" sz="1100" dirty="0">
                <a:solidFill>
                  <a:srgbClr val="3B3934"/>
                </a:solidFill>
                <a:latin typeface="Malgun Gothic"/>
                <a:ea typeface="Malgun Gothic"/>
                <a:cs typeface="Malgun Gothic"/>
              </a:rPr>
              <a:t>.</a:t>
            </a:r>
            <a:endParaRPr lang="en-US" sz="1100" dirty="0">
              <a:latin typeface="Malgun Gothic"/>
              <a:ea typeface="Malgun Gothic"/>
              <a:cs typeface="Malgun Gothic"/>
            </a:endParaRPr>
          </a:p>
        </p:txBody>
      </p:sp>
      <p:sp>
        <p:nvSpPr>
          <p:cNvPr id="16" name="Text 14"/>
          <p:cNvSpPr txBox="1"/>
          <p:nvPr/>
        </p:nvSpPr>
        <p:spPr>
          <a:xfrm>
            <a:off x="6035040" y="3058161"/>
            <a:ext cx="2514600" cy="320040"/>
          </a:xfrm>
          <a:prstGeom prst="rect">
            <a:avLst/>
          </a:prstGeom>
          <a:noFill/>
          <a:ln/>
        </p:spPr>
        <p:txBody>
          <a:bodyPr wrap="square" lIns="0" tIns="0" rIns="0" bIns="0" rtlCol="0" anchor="t"/>
          <a:lstStyle/>
          <a:p>
            <a:pPr marL="0" indent="0">
              <a:buNone/>
            </a:pPr>
            <a:r>
              <a:rPr lang="en-US" sz="1400" b="1" dirty="0">
                <a:solidFill>
                  <a:srgbClr val="2E4A7D"/>
                </a:solidFill>
                <a:latin typeface="Malgun Gothic"/>
                <a:ea typeface="Malgun Gothic"/>
                <a:cs typeface="Malgun Gothic"/>
              </a:rPr>
              <a:t>원소스</a:t>
            </a:r>
            <a:endParaRPr lang="en-US" sz="1400" dirty="0">
              <a:latin typeface="Malgun Gothic"/>
              <a:ea typeface="Malgun Gothic"/>
              <a:cs typeface="Malgun Gothic"/>
            </a:endParaRPr>
          </a:p>
        </p:txBody>
      </p:sp>
      <p:sp>
        <p:nvSpPr>
          <p:cNvPr id="17" name="Text 15"/>
          <p:cNvSpPr txBox="1"/>
          <p:nvPr/>
        </p:nvSpPr>
        <p:spPr>
          <a:xfrm>
            <a:off x="6035040" y="3423921"/>
            <a:ext cx="2514600" cy="1005840"/>
          </a:xfrm>
          <a:prstGeom prst="rect">
            <a:avLst/>
          </a:prstGeom>
          <a:noFill/>
          <a:ln/>
        </p:spPr>
        <p:txBody>
          <a:bodyPr wrap="square" lIns="0" tIns="0" rIns="0" bIns="0" rtlCol="0" anchor="t"/>
          <a:lstStyle/>
          <a:p>
            <a:pPr marL="0" indent="0">
              <a:lnSpc>
                <a:spcPct val="130000"/>
              </a:lnSpc>
              <a:buNone/>
            </a:pPr>
            <a:r>
              <a:rPr lang="en-US" sz="1100" dirty="0">
                <a:solidFill>
                  <a:srgbClr val="3B3934"/>
                </a:solidFill>
                <a:latin typeface="Malgun Gothic"/>
                <a:ea typeface="Malgun Gothic"/>
                <a:cs typeface="Malgun Gothic"/>
              </a:rPr>
              <a:t>동아일보 100년 </a:t>
            </a:r>
            <a:r>
              <a:rPr lang="en-US" sz="1100" dirty="0">
                <a:solidFill>
                  <a:srgbClr val="3B3934"/>
                </a:solidFill>
                <a:latin typeface="Malgun Gothic"/>
                <a:ea typeface="Malgun Gothic"/>
                <a:cs typeface="Malgun Gothic"/>
              </a:rPr>
              <a:t>지면</a:t>
            </a:r>
            <a:r>
              <a:rPr lang="en-US" sz="1100" dirty="0">
                <a:solidFill>
                  <a:srgbClr val="3B3934"/>
                </a:solidFill>
                <a:latin typeface="Malgun Gothic"/>
                <a:ea typeface="Malgun Gothic"/>
                <a:cs typeface="Malgun Gothic"/>
              </a:rPr>
              <a:t> </a:t>
            </a:r>
            <a:r>
              <a:rPr lang="en-US" sz="1100" dirty="0">
                <a:solidFill>
                  <a:srgbClr val="3B3934"/>
                </a:solidFill>
                <a:latin typeface="Malgun Gothic"/>
                <a:ea typeface="Malgun Gothic"/>
                <a:cs typeface="Malgun Gothic"/>
              </a:rPr>
              <a:t>아카이브</a:t>
            </a:r>
            <a:endParaRPr lang="en-US" sz="1100" dirty="0">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4</a:t>
            </a:fld>
            <a:endParaRPr lang="en-US">
              <a:latin typeface="Malgun Gothic"/>
              <a:ea typeface="Malgun Gothic"/>
              <a:cs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01  기획 배경</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신문의 장벽을 허물어, 읽고 싶은 신문으로</a:t>
            </a:r>
            <a:endParaRPr lang="en-US" sz="2500" dirty="0">
              <a:latin typeface="Batang"/>
              <a:ea typeface="Batang"/>
              <a:cs typeface="Batang"/>
            </a:endParaRPr>
          </a:p>
        </p:txBody>
      </p:sp>
      <p:sp>
        <p:nvSpPr>
          <p:cNvPr id="101" name="Goal card 101"/>
          <p:cNvSpPr/>
          <p:nvPr/>
        </p:nvSpPr>
        <p:spPr>
          <a:xfrm>
            <a:off x="548640" y="1149096"/>
            <a:ext cx="8046720" cy="914400"/>
          </a:xfrm>
          <a:prstGeom prst="rect">
            <a:avLst/>
          </a:prstGeom>
          <a:solidFill>
            <a:srgbClr val="161616"/>
          </a:solidFill>
          <a:ln>
            <a:noFill/>
          </a:ln>
        </p:spPr>
        <p:txBody>
          <a:bodyPr/>
          <a:lstStyle/>
          <a:p>
            <a:endParaRPr>
              <a:latin typeface="Malgun Gothic"/>
              <a:ea typeface="Malgun Gothic"/>
              <a:cs typeface="Malgun Gothic"/>
            </a:endParaRPr>
          </a:p>
        </p:txBody>
      </p:sp>
      <p:sp>
        <p:nvSpPr>
          <p:cNvPr id="102" name="Text 102"/>
          <p:cNvSpPr txBox="1"/>
          <p:nvPr/>
        </p:nvSpPr>
        <p:spPr>
          <a:xfrm>
            <a:off x="777240" y="1240536"/>
            <a:ext cx="182880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1" i="0" spc="200" dirty="0">
                <a:solidFill>
                  <a:srgbClr val="B9B2A3"/>
                </a:solidFill>
                <a:latin typeface="Malgun Gothic"/>
                <a:ea typeface="Malgun Gothic"/>
                <a:cs typeface="Malgun Gothic"/>
              </a:rPr>
              <a:t>프로젝트 목표</a:t>
            </a:r>
          </a:p>
        </p:txBody>
      </p:sp>
      <p:sp>
        <p:nvSpPr>
          <p:cNvPr id="103" name="Text 103"/>
          <p:cNvSpPr txBox="1"/>
          <p:nvPr/>
        </p:nvSpPr>
        <p:spPr>
          <a:xfrm>
            <a:off x="777240" y="1459992"/>
            <a:ext cx="7589520" cy="457200"/>
          </a:xfrm>
          <a:prstGeom prst="rect">
            <a:avLst/>
          </a:prstGeom>
          <a:noFill/>
        </p:spPr>
        <p:txBody>
          <a:bodyPr wrap="square" lIns="0" tIns="0" rIns="0" bIns="0" rtlCol="0" anchor="t">
            <a:noAutofit/>
          </a:bodyPr>
          <a:lstStyle/>
          <a:p>
            <a:pPr marL="0" indent="0" algn="l">
              <a:lnSpc>
                <a:spcPct val="125000"/>
              </a:lnSpc>
              <a:spcAft>
                <a:spcPts val="0"/>
              </a:spcAft>
              <a:buNone/>
            </a:pPr>
            <a:r>
              <a:rPr lang="ko-KR" sz="1300" b="1" i="0" dirty="0">
                <a:solidFill>
                  <a:srgbClr val="FFFFFF"/>
                </a:solidFill>
                <a:latin typeface="Malgun Gothic"/>
                <a:ea typeface="Malgun Gothic"/>
                <a:cs typeface="Malgun Gothic"/>
              </a:rPr>
              <a:t>100년 전 신문의 장벽을 흥미로운 디지털 경험으로 허물고, 과거의 기록에서 동아일보의 미래 독자를 발견합니다</a:t>
            </a:r>
          </a:p>
        </p:txBody>
      </p:sp>
      <p:sp>
        <p:nvSpPr>
          <p:cNvPr id="104" name="Text 104"/>
          <p:cNvSpPr txBox="1"/>
          <p:nvPr/>
        </p:nvSpPr>
        <p:spPr>
          <a:xfrm>
            <a:off x="548640" y="2286000"/>
            <a:ext cx="457200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spc="100" dirty="0">
                <a:solidFill>
                  <a:srgbClr val="2E4A7D"/>
                </a:solidFill>
                <a:latin typeface="Malgun Gothic"/>
                <a:ea typeface="Malgun Gothic"/>
                <a:cs typeface="Malgun Gothic"/>
              </a:rPr>
              <a:t>독자가 얻는 가치</a:t>
            </a:r>
          </a:p>
        </p:txBody>
      </p:sp>
      <p:sp>
        <p:nvSpPr>
          <p:cNvPr id="105" name="Value card 105"/>
          <p:cNvSpPr/>
          <p:nvPr/>
        </p:nvSpPr>
        <p:spPr>
          <a:xfrm>
            <a:off x="548640" y="2560320"/>
            <a:ext cx="2331720" cy="804672"/>
          </a:xfrm>
          <a:prstGeom prst="rect">
            <a:avLst/>
          </a:prstGeom>
          <a:solidFill>
            <a:srgbClr val="E7DDCA"/>
          </a:solidFill>
          <a:ln>
            <a:noFill/>
          </a:ln>
        </p:spPr>
        <p:txBody>
          <a:bodyPr/>
          <a:lstStyle/>
          <a:p>
            <a:endParaRPr>
              <a:latin typeface="Malgun Gothic"/>
              <a:ea typeface="Malgun Gothic"/>
              <a:cs typeface="Malgun Gothic"/>
            </a:endParaRPr>
          </a:p>
        </p:txBody>
      </p:sp>
      <p:sp>
        <p:nvSpPr>
          <p:cNvPr id="106" name="Text 106"/>
          <p:cNvSpPr txBox="1"/>
          <p:nvPr/>
        </p:nvSpPr>
        <p:spPr>
          <a:xfrm>
            <a:off x="685800" y="2651760"/>
            <a:ext cx="205740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3B3934"/>
                </a:solidFill>
                <a:latin typeface="Malgun Gothic"/>
                <a:ea typeface="Malgun Gothic"/>
                <a:cs typeface="Malgun Gothic"/>
              </a:rPr>
              <a:t>탐색의 재미</a:t>
            </a:r>
          </a:p>
        </p:txBody>
      </p:sp>
      <p:sp>
        <p:nvSpPr>
          <p:cNvPr id="107" name="Text 107"/>
          <p:cNvSpPr txBox="1"/>
          <p:nvPr/>
        </p:nvSpPr>
        <p:spPr>
          <a:xfrm>
            <a:off x="685800" y="2907792"/>
            <a:ext cx="2057400" cy="420624"/>
          </a:xfrm>
          <a:prstGeom prst="rect">
            <a:avLst/>
          </a:prstGeom>
          <a:noFill/>
        </p:spPr>
        <p:txBody>
          <a:bodyPr wrap="square" lIns="0" tIns="0" rIns="0" bIns="0" rtlCol="0" anchor="t">
            <a:noAutofit/>
          </a:bodyPr>
          <a:lstStyle/>
          <a:p>
            <a:pPr marL="0" indent="0" algn="l">
              <a:lnSpc>
                <a:spcPct val="118000"/>
              </a:lnSpc>
              <a:spcAft>
                <a:spcPts val="0"/>
              </a:spcAft>
              <a:buNone/>
            </a:pPr>
            <a:r>
              <a:rPr lang="ko-KR" sz="1050" b="0" i="0" dirty="0">
                <a:solidFill>
                  <a:srgbClr val="3B3934"/>
                </a:solidFill>
                <a:latin typeface="Malgun Gothic"/>
                <a:ea typeface="Malgun Gothic"/>
                <a:cs typeface="Malgun Gothic"/>
              </a:rPr>
              <a:t>색인으로 옛 기록을 직접 찾아봅니다</a:t>
            </a:r>
          </a:p>
        </p:txBody>
      </p:sp>
      <p:sp>
        <p:nvSpPr>
          <p:cNvPr id="108" name="Value card 108"/>
          <p:cNvSpPr/>
          <p:nvPr/>
        </p:nvSpPr>
        <p:spPr>
          <a:xfrm>
            <a:off x="3017520" y="2560320"/>
            <a:ext cx="2331720" cy="804672"/>
          </a:xfrm>
          <a:prstGeom prst="rect">
            <a:avLst/>
          </a:prstGeom>
          <a:solidFill>
            <a:srgbClr val="E7DDCA"/>
          </a:solidFill>
          <a:ln>
            <a:noFill/>
          </a:ln>
        </p:spPr>
        <p:txBody>
          <a:bodyPr/>
          <a:lstStyle/>
          <a:p>
            <a:endParaRPr>
              <a:latin typeface="Malgun Gothic"/>
              <a:ea typeface="Malgun Gothic"/>
              <a:cs typeface="Malgun Gothic"/>
            </a:endParaRPr>
          </a:p>
        </p:txBody>
      </p:sp>
      <p:sp>
        <p:nvSpPr>
          <p:cNvPr id="109" name="Text 109"/>
          <p:cNvSpPr txBox="1"/>
          <p:nvPr/>
        </p:nvSpPr>
        <p:spPr>
          <a:xfrm>
            <a:off x="3154680" y="2651760"/>
            <a:ext cx="205740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3B3934"/>
                </a:solidFill>
                <a:latin typeface="Malgun Gothic"/>
                <a:ea typeface="Malgun Gothic"/>
                <a:cs typeface="Malgun Gothic"/>
              </a:rPr>
              <a:t>읽기의 접근성</a:t>
            </a:r>
          </a:p>
        </p:txBody>
      </p:sp>
      <p:sp>
        <p:nvSpPr>
          <p:cNvPr id="110" name="Text 110"/>
          <p:cNvSpPr txBox="1"/>
          <p:nvPr/>
        </p:nvSpPr>
        <p:spPr>
          <a:xfrm>
            <a:off x="3154680" y="2907792"/>
            <a:ext cx="2057400" cy="420624"/>
          </a:xfrm>
          <a:prstGeom prst="rect">
            <a:avLst/>
          </a:prstGeom>
          <a:noFill/>
        </p:spPr>
        <p:txBody>
          <a:bodyPr wrap="square" lIns="0" tIns="0" rIns="0" bIns="0" rtlCol="0" anchor="t">
            <a:noAutofit/>
          </a:bodyPr>
          <a:lstStyle/>
          <a:p>
            <a:pPr marL="0" indent="0" algn="l">
              <a:lnSpc>
                <a:spcPct val="118000"/>
              </a:lnSpc>
              <a:spcAft>
                <a:spcPts val="0"/>
              </a:spcAft>
              <a:buNone/>
            </a:pPr>
            <a:r>
              <a:rPr lang="ko-KR" sz="1050" b="0" i="0" dirty="0">
                <a:solidFill>
                  <a:srgbClr val="3B3934"/>
                </a:solidFill>
                <a:latin typeface="Malgun Gothic"/>
                <a:ea typeface="Malgun Gothic"/>
                <a:cs typeface="Malgun Gothic"/>
              </a:rPr>
              <a:t>글자를 누르면 현대어로, 한자에 막히지 않습니다</a:t>
            </a:r>
          </a:p>
        </p:txBody>
      </p:sp>
      <p:sp>
        <p:nvSpPr>
          <p:cNvPr id="111" name="Value card 111"/>
          <p:cNvSpPr/>
          <p:nvPr/>
        </p:nvSpPr>
        <p:spPr>
          <a:xfrm>
            <a:off x="548640" y="3474720"/>
            <a:ext cx="2331720" cy="804672"/>
          </a:xfrm>
          <a:prstGeom prst="rect">
            <a:avLst/>
          </a:prstGeom>
          <a:solidFill>
            <a:srgbClr val="E7DDCA"/>
          </a:solidFill>
          <a:ln>
            <a:noFill/>
          </a:ln>
        </p:spPr>
        <p:txBody>
          <a:bodyPr/>
          <a:lstStyle/>
          <a:p>
            <a:endParaRPr>
              <a:latin typeface="Malgun Gothic"/>
              <a:ea typeface="Malgun Gothic"/>
              <a:cs typeface="Malgun Gothic"/>
            </a:endParaRPr>
          </a:p>
        </p:txBody>
      </p:sp>
      <p:sp>
        <p:nvSpPr>
          <p:cNvPr id="112" name="Text 112"/>
          <p:cNvSpPr txBox="1"/>
          <p:nvPr/>
        </p:nvSpPr>
        <p:spPr>
          <a:xfrm>
            <a:off x="685800" y="3566160"/>
            <a:ext cx="205740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3B3934"/>
                </a:solidFill>
                <a:latin typeface="Malgun Gothic"/>
                <a:ea typeface="Malgun Gothic"/>
                <a:cs typeface="Malgun Gothic"/>
              </a:rPr>
              <a:t>몰입의 경험</a:t>
            </a:r>
          </a:p>
        </p:txBody>
      </p:sp>
      <p:sp>
        <p:nvSpPr>
          <p:cNvPr id="113" name="Text 113"/>
          <p:cNvSpPr txBox="1"/>
          <p:nvPr/>
        </p:nvSpPr>
        <p:spPr>
          <a:xfrm>
            <a:off x="685800" y="3822192"/>
            <a:ext cx="2057400" cy="420624"/>
          </a:xfrm>
          <a:prstGeom prst="rect">
            <a:avLst/>
          </a:prstGeom>
          <a:noFill/>
        </p:spPr>
        <p:txBody>
          <a:bodyPr wrap="square" lIns="0" tIns="0" rIns="0" bIns="0" rtlCol="0" anchor="t">
            <a:noAutofit/>
          </a:bodyPr>
          <a:lstStyle/>
          <a:p>
            <a:pPr marL="0" indent="0" algn="l">
              <a:lnSpc>
                <a:spcPct val="118000"/>
              </a:lnSpc>
              <a:spcAft>
                <a:spcPts val="0"/>
              </a:spcAft>
              <a:buNone/>
            </a:pPr>
            <a:r>
              <a:rPr lang="ko-KR" sz="1050" b="0" i="0" dirty="0">
                <a:solidFill>
                  <a:srgbClr val="3B3934"/>
                </a:solidFill>
                <a:latin typeface="Malgun Gothic"/>
                <a:ea typeface="Malgun Gothic"/>
                <a:cs typeface="Malgun Gothic"/>
              </a:rPr>
              <a:t>라디오와 배경음악으로 기록을 듣습니다</a:t>
            </a:r>
          </a:p>
        </p:txBody>
      </p:sp>
      <p:sp>
        <p:nvSpPr>
          <p:cNvPr id="114" name="Value card 114"/>
          <p:cNvSpPr/>
          <p:nvPr/>
        </p:nvSpPr>
        <p:spPr>
          <a:xfrm>
            <a:off x="3017520" y="3474720"/>
            <a:ext cx="2331720" cy="804672"/>
          </a:xfrm>
          <a:prstGeom prst="rect">
            <a:avLst/>
          </a:prstGeom>
          <a:solidFill>
            <a:srgbClr val="E7DDCA"/>
          </a:solidFill>
          <a:ln>
            <a:noFill/>
          </a:ln>
        </p:spPr>
        <p:txBody>
          <a:bodyPr/>
          <a:lstStyle/>
          <a:p>
            <a:endParaRPr>
              <a:latin typeface="Malgun Gothic"/>
              <a:ea typeface="Malgun Gothic"/>
              <a:cs typeface="Malgun Gothic"/>
            </a:endParaRPr>
          </a:p>
        </p:txBody>
      </p:sp>
      <p:sp>
        <p:nvSpPr>
          <p:cNvPr id="115" name="Text 115"/>
          <p:cNvSpPr txBox="1"/>
          <p:nvPr/>
        </p:nvSpPr>
        <p:spPr>
          <a:xfrm>
            <a:off x="3154680" y="3566160"/>
            <a:ext cx="205740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3B3934"/>
                </a:solidFill>
                <a:latin typeface="Malgun Gothic"/>
                <a:ea typeface="Malgun Gothic"/>
                <a:cs typeface="Malgun Gothic"/>
              </a:rPr>
              <a:t>참여의 즐거움</a:t>
            </a:r>
          </a:p>
        </p:txBody>
      </p:sp>
      <p:sp>
        <p:nvSpPr>
          <p:cNvPr id="116" name="Text 116"/>
          <p:cNvSpPr txBox="1"/>
          <p:nvPr/>
        </p:nvSpPr>
        <p:spPr>
          <a:xfrm>
            <a:off x="3154680" y="3822192"/>
            <a:ext cx="2057400" cy="420624"/>
          </a:xfrm>
          <a:prstGeom prst="rect">
            <a:avLst/>
          </a:prstGeom>
          <a:noFill/>
        </p:spPr>
        <p:txBody>
          <a:bodyPr wrap="square" lIns="0" tIns="0" rIns="0" bIns="0" rtlCol="0" anchor="t">
            <a:noAutofit/>
          </a:bodyPr>
          <a:lstStyle/>
          <a:p>
            <a:pPr marL="0" indent="0" algn="l">
              <a:lnSpc>
                <a:spcPct val="118000"/>
              </a:lnSpc>
              <a:spcAft>
                <a:spcPts val="0"/>
              </a:spcAft>
              <a:buNone/>
            </a:pPr>
            <a:r>
              <a:rPr lang="ko-KR" sz="1050" b="0" i="0" dirty="0">
                <a:solidFill>
                  <a:srgbClr val="3B3934"/>
                </a:solidFill>
                <a:latin typeface="Malgun Gothic"/>
                <a:ea typeface="Malgun Gothic"/>
                <a:cs typeface="Malgun Gothic"/>
              </a:rPr>
              <a:t>도장 · 게임 · 독자 호외로 직접 참여합니다</a:t>
            </a:r>
          </a:p>
        </p:txBody>
      </p:sp>
      <p:sp>
        <p:nvSpPr>
          <p:cNvPr id="117" name="Text 117"/>
          <p:cNvSpPr txBox="1"/>
          <p:nvPr/>
        </p:nvSpPr>
        <p:spPr>
          <a:xfrm>
            <a:off x="5715000" y="2286000"/>
            <a:ext cx="28803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spc="100" dirty="0">
                <a:solidFill>
                  <a:srgbClr val="2E4A7D"/>
                </a:solidFill>
                <a:latin typeface="Malgun Gothic"/>
                <a:ea typeface="Malgun Gothic"/>
                <a:cs typeface="Malgun Gothic"/>
              </a:rPr>
              <a:t>동아일보가 얻는 가치</a:t>
            </a:r>
          </a:p>
        </p:txBody>
      </p:sp>
      <p:sp>
        <p:nvSpPr>
          <p:cNvPr id="118" name="Donga card 118"/>
          <p:cNvSpPr/>
          <p:nvPr/>
        </p:nvSpPr>
        <p:spPr>
          <a:xfrm>
            <a:off x="5715000" y="2560320"/>
            <a:ext cx="2880360" cy="1719072"/>
          </a:xfrm>
          <a:prstGeom prst="rect">
            <a:avLst/>
          </a:prstGeom>
          <a:solidFill>
            <a:srgbClr val="161616"/>
          </a:solidFill>
          <a:ln>
            <a:noFill/>
          </a:ln>
        </p:spPr>
        <p:txBody>
          <a:bodyPr/>
          <a:lstStyle/>
          <a:p>
            <a:endParaRPr>
              <a:latin typeface="Malgun Gothic"/>
              <a:ea typeface="Malgun Gothic"/>
              <a:cs typeface="Malgun Gothic"/>
            </a:endParaRPr>
          </a:p>
        </p:txBody>
      </p:sp>
      <p:sp>
        <p:nvSpPr>
          <p:cNvPr id="119" name="Text 119"/>
          <p:cNvSpPr txBox="1"/>
          <p:nvPr/>
        </p:nvSpPr>
        <p:spPr>
          <a:xfrm>
            <a:off x="5897880" y="2697480"/>
            <a:ext cx="2514600" cy="1508760"/>
          </a:xfrm>
          <a:prstGeom prst="rect">
            <a:avLst/>
          </a:prstGeom>
          <a:noFill/>
        </p:spPr>
        <p:txBody>
          <a:bodyPr wrap="square" lIns="0" tIns="0" rIns="0" bIns="0" rtlCol="0" anchor="t">
            <a:noAutofit/>
          </a:bodyPr>
          <a:lstStyle/>
          <a:p>
            <a:pPr marL="0" indent="0" algn="l">
              <a:lnSpc>
                <a:spcPct val="115000"/>
              </a:lnSpc>
              <a:spcAft>
                <a:spcPts val="0"/>
              </a:spcAft>
              <a:buNone/>
            </a:pPr>
            <a:r>
              <a:rPr lang="ko-KR" sz="1200" b="1" i="0" dirty="0">
                <a:solidFill>
                  <a:srgbClr val="FFFFFF"/>
                </a:solidFill>
                <a:latin typeface="Malgun Gothic"/>
                <a:ea typeface="Malgun Gothic"/>
                <a:cs typeface="Malgun Gothic"/>
              </a:rPr>
              <a:t>아카이브 재활용</a:t>
            </a:r>
          </a:p>
          <a:p>
            <a:pPr marL="0" indent="0" algn="l">
              <a:lnSpc>
                <a:spcPct val="115000"/>
              </a:lnSpc>
              <a:spcAft>
                <a:spcPts val="900"/>
              </a:spcAft>
              <a:buNone/>
            </a:pPr>
            <a:r>
              <a:rPr lang="ko-KR" sz="1050" b="0" i="0" dirty="0">
                <a:solidFill>
                  <a:srgbClr val="CFC8B8"/>
                </a:solidFill>
                <a:latin typeface="Malgun Gothic"/>
                <a:ea typeface="Malgun Gothic"/>
                <a:cs typeface="Malgun Gothic"/>
              </a:rPr>
              <a:t>100년 지면을 새 콘텐츠로</a:t>
            </a:r>
          </a:p>
          <a:p>
            <a:pPr marL="0" indent="0" algn="l">
              <a:lnSpc>
                <a:spcPct val="115000"/>
              </a:lnSpc>
              <a:spcAft>
                <a:spcPts val="0"/>
              </a:spcAft>
              <a:buNone/>
            </a:pPr>
            <a:r>
              <a:rPr lang="ko-KR" sz="1200" b="1" i="0" dirty="0">
                <a:solidFill>
                  <a:srgbClr val="FFFFFF"/>
                </a:solidFill>
                <a:latin typeface="Malgun Gothic"/>
                <a:ea typeface="Malgun Gothic"/>
                <a:cs typeface="Malgun Gothic"/>
              </a:rPr>
              <a:t>젊은 독자층과의 접점 확대</a:t>
            </a:r>
          </a:p>
          <a:p>
            <a:pPr marL="0" indent="0" algn="l">
              <a:lnSpc>
                <a:spcPct val="115000"/>
              </a:lnSpc>
              <a:spcAft>
                <a:spcPts val="900"/>
              </a:spcAft>
              <a:buNone/>
            </a:pPr>
            <a:r>
              <a:rPr lang="ko-KR" sz="1050" b="0" i="0" dirty="0">
                <a:solidFill>
                  <a:srgbClr val="CFC8B8"/>
                </a:solidFill>
                <a:latin typeface="Malgun Gothic"/>
                <a:ea typeface="Malgun Gothic"/>
                <a:cs typeface="Malgun Gothic"/>
              </a:rPr>
              <a:t>읽기 쉬운 입구를 하나 더</a:t>
            </a:r>
          </a:p>
          <a:p>
            <a:pPr marL="0" indent="0" algn="l">
              <a:lnSpc>
                <a:spcPct val="115000"/>
              </a:lnSpc>
              <a:spcAft>
                <a:spcPts val="0"/>
              </a:spcAft>
              <a:buNone/>
            </a:pPr>
            <a:r>
              <a:rPr lang="ko-KR" sz="1200" b="1" i="0" dirty="0">
                <a:solidFill>
                  <a:srgbClr val="FFFFFF"/>
                </a:solidFill>
                <a:latin typeface="Malgun Gothic"/>
                <a:ea typeface="Malgun Gothic"/>
                <a:cs typeface="Malgun Gothic"/>
              </a:rPr>
              <a:t>참여 데이터 기반 잠재 독자 탐색</a:t>
            </a:r>
          </a:p>
          <a:p>
            <a:pPr marL="0" indent="0" algn="l">
              <a:lnSpc>
                <a:spcPct val="115000"/>
              </a:lnSpc>
              <a:spcAft>
                <a:spcPts val="900"/>
              </a:spcAft>
              <a:buNone/>
            </a:pPr>
            <a:r>
              <a:rPr lang="ko-KR" sz="1050" b="0" i="0" dirty="0">
                <a:solidFill>
                  <a:srgbClr val="CFC8B8"/>
                </a:solidFill>
                <a:latin typeface="Malgun Gothic"/>
                <a:ea typeface="Malgun Gothic"/>
                <a:cs typeface="Malgun Gothic"/>
              </a:rPr>
              <a:t>어떤 사건에 머무는지 확인</a:t>
            </a:r>
          </a:p>
        </p:txBody>
      </p:sp>
      <p:sp>
        <p:nvSpPr>
          <p:cNvPr id="120" name="Text 120"/>
          <p:cNvSpPr txBox="1"/>
          <p:nvPr/>
        </p:nvSpPr>
        <p:spPr>
          <a:xfrm>
            <a:off x="548640" y="4443984"/>
            <a:ext cx="804672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7E776B"/>
                </a:solidFill>
                <a:latin typeface="Malgun Gothic"/>
                <a:ea typeface="Malgun Gothic"/>
                <a:cs typeface="Malgun Gothic"/>
              </a:rPr>
              <a:t>※ 신규 독자 유입과 구독 전환은 측정한 성과가 아니라 기대효과입니다</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5</a:t>
            </a:fld>
            <a:endParaRPr lang="en-US">
              <a:latin typeface="Malgun Gothic"/>
              <a:ea typeface="Malgun Gothic"/>
              <a:cs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02  콘셉트 및 서비스 구조</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원소스 멀티유즈 구조</a:t>
            </a:r>
            <a:endParaRPr lang="en-US" sz="2500" dirty="0">
              <a:latin typeface="Batang"/>
              <a:ea typeface="Batang"/>
              <a:cs typeface="Batang"/>
            </a:endParaRPr>
          </a:p>
        </p:txBody>
      </p:sp>
      <p:sp>
        <p:nvSpPr>
          <p:cNvPr id="5" name="Shape 3"/>
          <p:cNvSpPr/>
          <p:nvPr/>
        </p:nvSpPr>
        <p:spPr>
          <a:xfrm>
            <a:off x="1600200" y="1527048"/>
            <a:ext cx="2971800" cy="1581912"/>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6" name="Shape 4"/>
          <p:cNvSpPr/>
          <p:nvPr/>
        </p:nvSpPr>
        <p:spPr>
          <a:xfrm flipH="1">
            <a:off x="4572000" y="1527048"/>
            <a:ext cx="914" cy="1581912"/>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7" name="Shape 5"/>
          <p:cNvSpPr/>
          <p:nvPr/>
        </p:nvSpPr>
        <p:spPr>
          <a:xfrm flipH="1">
            <a:off x="4572000" y="1527048"/>
            <a:ext cx="2971800" cy="1581912"/>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8" name="Shape 6"/>
          <p:cNvSpPr/>
          <p:nvPr/>
        </p:nvSpPr>
        <p:spPr>
          <a:xfrm>
            <a:off x="1600200" y="2990088"/>
            <a:ext cx="2971800" cy="118872"/>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9" name="Shape 7"/>
          <p:cNvSpPr/>
          <p:nvPr/>
        </p:nvSpPr>
        <p:spPr>
          <a:xfrm flipH="1">
            <a:off x="4572000" y="2990088"/>
            <a:ext cx="2971800" cy="118872"/>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10" name="Shape 8"/>
          <p:cNvSpPr/>
          <p:nvPr/>
        </p:nvSpPr>
        <p:spPr>
          <a:xfrm flipH="1">
            <a:off x="1600200" y="3108960"/>
            <a:ext cx="2971800" cy="1161288"/>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11" name="Shape 9"/>
          <p:cNvSpPr/>
          <p:nvPr/>
        </p:nvSpPr>
        <p:spPr>
          <a:xfrm>
            <a:off x="4572000" y="3108960"/>
            <a:ext cx="914" cy="1161288"/>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12" name="Shape 10"/>
          <p:cNvSpPr/>
          <p:nvPr/>
        </p:nvSpPr>
        <p:spPr>
          <a:xfrm>
            <a:off x="4572000" y="3108960"/>
            <a:ext cx="2971800" cy="1161288"/>
          </a:xfrm>
          <a:prstGeom prst="line">
            <a:avLst/>
          </a:prstGeom>
          <a:noFill/>
          <a:ln w="12700">
            <a:solidFill>
              <a:srgbClr val="D5C9B1"/>
            </a:solidFill>
            <a:prstDash val="dash"/>
          </a:ln>
        </p:spPr>
        <p:txBody>
          <a:bodyPr/>
          <a:lstStyle/>
          <a:p>
            <a:endParaRPr>
              <a:latin typeface="Malgun Gothic"/>
              <a:ea typeface="Malgun Gothic"/>
              <a:cs typeface="Malgun Gothic"/>
            </a:endParaRPr>
          </a:p>
        </p:txBody>
      </p:sp>
      <p:sp>
        <p:nvSpPr>
          <p:cNvPr id="13" name="Shape 11"/>
          <p:cNvSpPr/>
          <p:nvPr/>
        </p:nvSpPr>
        <p:spPr>
          <a:xfrm>
            <a:off x="3612794" y="1989582"/>
            <a:ext cx="1920240" cy="1920240"/>
          </a:xfrm>
          <a:prstGeom prst="ellipse">
            <a:avLst/>
          </a:prstGeom>
          <a:solidFill>
            <a:srgbClr val="161616"/>
          </a:solidFill>
          <a:ln/>
        </p:spPr>
        <p:txBody>
          <a:bodyPr/>
          <a:lstStyle/>
          <a:p>
            <a:endParaRPr>
              <a:latin typeface="Malgun Gothic"/>
              <a:ea typeface="Malgun Gothic"/>
              <a:cs typeface="Malgun Gothic"/>
            </a:endParaRPr>
          </a:p>
        </p:txBody>
      </p:sp>
      <p:sp>
        <p:nvSpPr>
          <p:cNvPr id="14" name="Text 12"/>
          <p:cNvSpPr txBox="1"/>
          <p:nvPr/>
        </p:nvSpPr>
        <p:spPr>
          <a:xfrm>
            <a:off x="3612794" y="1965960"/>
            <a:ext cx="1920240" cy="1920240"/>
          </a:xfrm>
          <a:prstGeom prst="rect">
            <a:avLst/>
          </a:prstGeom>
          <a:noFill/>
          <a:ln/>
        </p:spPr>
        <p:txBody>
          <a:bodyPr wrap="square" lIns="0" tIns="0" rIns="0" bIns="0" rtlCol="0" anchor="ctr"/>
          <a:lstStyle/>
          <a:p>
            <a:pPr marL="0" indent="0" algn="ctr">
              <a:lnSpc>
                <a:spcPct val="120000"/>
              </a:lnSpc>
              <a:buNone/>
            </a:pPr>
            <a:r>
              <a:rPr lang="en-US" sz="1500" b="1" dirty="0">
                <a:solidFill>
                  <a:srgbClr val="F3ECDE"/>
                </a:solidFill>
                <a:latin typeface="Batang"/>
                <a:ea typeface="Batang"/>
                <a:cs typeface="Batang"/>
              </a:rPr>
              <a:t>경성시대</a:t>
            </a:r>
            <a:endParaRPr lang="en-US" sz="1500" dirty="0">
              <a:latin typeface="Malgun Gothic"/>
              <a:ea typeface="Malgun Gothic"/>
              <a:cs typeface="Malgun Gothic"/>
            </a:endParaRPr>
          </a:p>
          <a:p>
            <a:pPr marL="0" indent="0" algn="ctr">
              <a:lnSpc>
                <a:spcPct val="120000"/>
              </a:lnSpc>
              <a:buNone/>
            </a:pPr>
            <a:r>
              <a:rPr lang="en-US" sz="1500" b="1" dirty="0">
                <a:solidFill>
                  <a:srgbClr val="F3ECDE"/>
                </a:solidFill>
                <a:latin typeface="Batang"/>
                <a:ea typeface="Batang"/>
                <a:cs typeface="Batang"/>
              </a:rPr>
              <a:t>동아일보 지면</a:t>
            </a:r>
            <a:endParaRPr lang="en-US" sz="1500" dirty="0">
              <a:latin typeface="Malgun Gothic"/>
              <a:ea typeface="Malgun Gothic"/>
              <a:cs typeface="Malgun Gothic"/>
            </a:endParaRPr>
          </a:p>
        </p:txBody>
      </p:sp>
      <p:sp>
        <p:nvSpPr>
          <p:cNvPr id="15" name="Shape 13"/>
          <p:cNvSpPr/>
          <p:nvPr/>
        </p:nvSpPr>
        <p:spPr>
          <a:xfrm>
            <a:off x="548640" y="12801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16" name="Text 14"/>
          <p:cNvSpPr txBox="1"/>
          <p:nvPr/>
        </p:nvSpPr>
        <p:spPr>
          <a:xfrm>
            <a:off x="548640" y="12801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기사 본편</a:t>
            </a:r>
            <a:endParaRPr lang="en-US" sz="1250" dirty="0">
              <a:latin typeface="Malgun Gothic"/>
              <a:ea typeface="Malgun Gothic"/>
              <a:cs typeface="Malgun Gothic"/>
            </a:endParaRPr>
          </a:p>
        </p:txBody>
      </p:sp>
      <p:sp>
        <p:nvSpPr>
          <p:cNvPr id="17" name="Shape 15"/>
          <p:cNvSpPr/>
          <p:nvPr/>
        </p:nvSpPr>
        <p:spPr>
          <a:xfrm>
            <a:off x="3520440" y="12801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18" name="Text 16"/>
          <p:cNvSpPr txBox="1"/>
          <p:nvPr/>
        </p:nvSpPr>
        <p:spPr>
          <a:xfrm>
            <a:off x="3520440" y="12801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현대어 풀이</a:t>
            </a:r>
            <a:endParaRPr lang="en-US" sz="1250" dirty="0">
              <a:latin typeface="Malgun Gothic"/>
              <a:ea typeface="Malgun Gothic"/>
              <a:cs typeface="Malgun Gothic"/>
            </a:endParaRPr>
          </a:p>
        </p:txBody>
      </p:sp>
      <p:sp>
        <p:nvSpPr>
          <p:cNvPr id="19" name="Shape 17"/>
          <p:cNvSpPr/>
          <p:nvPr/>
        </p:nvSpPr>
        <p:spPr>
          <a:xfrm>
            <a:off x="6492240" y="12801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20" name="Text 18"/>
          <p:cNvSpPr txBox="1"/>
          <p:nvPr/>
        </p:nvSpPr>
        <p:spPr>
          <a:xfrm>
            <a:off x="6492240" y="12801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라디오</a:t>
            </a:r>
            <a:endParaRPr lang="en-US" sz="1250" dirty="0">
              <a:latin typeface="Malgun Gothic"/>
              <a:ea typeface="Malgun Gothic"/>
              <a:cs typeface="Malgun Gothic"/>
            </a:endParaRPr>
          </a:p>
        </p:txBody>
      </p:sp>
      <p:sp>
        <p:nvSpPr>
          <p:cNvPr id="21" name="Shape 19"/>
          <p:cNvSpPr/>
          <p:nvPr/>
        </p:nvSpPr>
        <p:spPr>
          <a:xfrm>
            <a:off x="548640" y="274320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22" name="Text 20"/>
          <p:cNvSpPr txBox="1"/>
          <p:nvPr/>
        </p:nvSpPr>
        <p:spPr>
          <a:xfrm>
            <a:off x="548640" y="274320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호외 카드뉴스</a:t>
            </a:r>
            <a:endParaRPr lang="en-US" sz="1250" dirty="0">
              <a:latin typeface="Malgun Gothic"/>
              <a:ea typeface="Malgun Gothic"/>
              <a:cs typeface="Malgun Gothic"/>
            </a:endParaRPr>
          </a:p>
        </p:txBody>
      </p:sp>
      <p:sp>
        <p:nvSpPr>
          <p:cNvPr id="23" name="Shape 21"/>
          <p:cNvSpPr/>
          <p:nvPr/>
        </p:nvSpPr>
        <p:spPr>
          <a:xfrm>
            <a:off x="6492240" y="274320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24" name="Text 22"/>
          <p:cNvSpPr txBox="1"/>
          <p:nvPr/>
        </p:nvSpPr>
        <p:spPr>
          <a:xfrm>
            <a:off x="6492240" y="274320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부록 박람회</a:t>
            </a:r>
            <a:endParaRPr lang="en-US" sz="1250" dirty="0">
              <a:latin typeface="Malgun Gothic"/>
              <a:ea typeface="Malgun Gothic"/>
              <a:cs typeface="Malgun Gothic"/>
            </a:endParaRPr>
          </a:p>
        </p:txBody>
      </p:sp>
      <p:sp>
        <p:nvSpPr>
          <p:cNvPr id="25" name="Shape 23"/>
          <p:cNvSpPr/>
          <p:nvPr/>
        </p:nvSpPr>
        <p:spPr>
          <a:xfrm>
            <a:off x="548640" y="40233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26" name="Text 24"/>
          <p:cNvSpPr txBox="1"/>
          <p:nvPr/>
        </p:nvSpPr>
        <p:spPr>
          <a:xfrm>
            <a:off x="548640" y="40233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편집국 · 독자 호외</a:t>
            </a:r>
            <a:endParaRPr lang="en-US" sz="1250" dirty="0">
              <a:latin typeface="Malgun Gothic"/>
              <a:ea typeface="Malgun Gothic"/>
              <a:cs typeface="Malgun Gothic"/>
            </a:endParaRPr>
          </a:p>
        </p:txBody>
      </p:sp>
      <p:sp>
        <p:nvSpPr>
          <p:cNvPr id="27" name="Shape 25"/>
          <p:cNvSpPr/>
          <p:nvPr/>
        </p:nvSpPr>
        <p:spPr>
          <a:xfrm>
            <a:off x="3520440" y="40233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28" name="Text 26"/>
          <p:cNvSpPr txBox="1"/>
          <p:nvPr/>
        </p:nvSpPr>
        <p:spPr>
          <a:xfrm>
            <a:off x="3520440" y="40233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광고 · 상점 · 심인</a:t>
            </a:r>
            <a:endParaRPr lang="en-US" sz="1250" dirty="0">
              <a:latin typeface="Malgun Gothic"/>
              <a:ea typeface="Malgun Gothic"/>
              <a:cs typeface="Malgun Gothic"/>
            </a:endParaRPr>
          </a:p>
        </p:txBody>
      </p:sp>
      <p:sp>
        <p:nvSpPr>
          <p:cNvPr id="29" name="Shape 27"/>
          <p:cNvSpPr/>
          <p:nvPr/>
        </p:nvSpPr>
        <p:spPr>
          <a:xfrm>
            <a:off x="6492240" y="4023360"/>
            <a:ext cx="2103120" cy="502920"/>
          </a:xfrm>
          <a:prstGeom prst="rect">
            <a:avLst/>
          </a:prstGeom>
          <a:solidFill>
            <a:srgbClr val="E7DDCA"/>
          </a:solidFill>
          <a:ln w="9525">
            <a:solidFill>
              <a:srgbClr val="D5C9B1"/>
            </a:solidFill>
            <a:prstDash val="solid"/>
          </a:ln>
        </p:spPr>
        <p:txBody>
          <a:bodyPr/>
          <a:lstStyle/>
          <a:p>
            <a:endParaRPr>
              <a:latin typeface="Malgun Gothic"/>
              <a:ea typeface="Malgun Gothic"/>
              <a:cs typeface="Malgun Gothic"/>
            </a:endParaRPr>
          </a:p>
        </p:txBody>
      </p:sp>
      <p:sp>
        <p:nvSpPr>
          <p:cNvPr id="30" name="Text 28"/>
          <p:cNvSpPr txBox="1"/>
          <p:nvPr/>
        </p:nvSpPr>
        <p:spPr>
          <a:xfrm>
            <a:off x="6492240" y="4023360"/>
            <a:ext cx="2103120" cy="502920"/>
          </a:xfrm>
          <a:prstGeom prst="rect">
            <a:avLst/>
          </a:prstGeom>
          <a:noFill/>
          <a:ln/>
        </p:spPr>
        <p:txBody>
          <a:bodyPr wrap="square" lIns="0" tIns="0" rIns="0" bIns="0" rtlCol="0" anchor="ctr"/>
          <a:lstStyle/>
          <a:p>
            <a:pPr marL="0" indent="0" algn="ctr">
              <a:buNone/>
            </a:pPr>
            <a:r>
              <a:rPr lang="en-US" sz="1250" b="1" dirty="0">
                <a:solidFill>
                  <a:schemeClr val="tx1"/>
                </a:solidFill>
                <a:latin typeface="Malgun Gothic"/>
                <a:ea typeface="Malgun Gothic"/>
                <a:cs typeface="Malgun Gothic"/>
              </a:rPr>
              <a:t>식자실 게임</a:t>
            </a:r>
            <a:endParaRPr lang="en-US" sz="1250" dirty="0">
              <a:latin typeface="Malgun Gothic"/>
              <a:ea typeface="Malgun Gothic"/>
              <a:cs typeface="Malgun Gothic"/>
            </a:endParaRPr>
          </a:p>
        </p:txBody>
      </p:sp>
      <p:sp>
        <p:nvSpPr>
          <p:cNvPr id="31"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6</a:t>
            </a:fld>
            <a:endParaRPr lang="en-US">
              <a:latin typeface="Malgun Gothic"/>
              <a:ea typeface="Malgun Gothic"/>
              <a:cs typeface="Malgu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03  주요 기능 및 지면 구성</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사이트</a:t>
            </a:r>
            <a:r>
              <a:rPr lang="en-US" sz="2500" b="1" dirty="0">
                <a:solidFill>
                  <a:schemeClr val="tx1"/>
                </a:solidFill>
                <a:latin typeface="Batang"/>
                <a:ea typeface="Batang"/>
                <a:cs typeface="Batang"/>
              </a:rPr>
              <a:t> </a:t>
            </a:r>
            <a:r>
              <a:rPr lang="ko-KR" altLang="en-US" sz="2500" b="1" dirty="0">
                <a:solidFill>
                  <a:schemeClr val="tx1"/>
                </a:solidFill>
                <a:latin typeface="Batang"/>
                <a:ea typeface="Batang"/>
                <a:cs typeface="Batang"/>
              </a:rPr>
              <a:t>핵심</a:t>
            </a:r>
            <a:r>
              <a:rPr lang="en-US" sz="2500" b="1" dirty="0">
                <a:solidFill>
                  <a:schemeClr val="tx1"/>
                </a:solidFill>
                <a:latin typeface="Batang"/>
                <a:ea typeface="Batang"/>
                <a:cs typeface="Batang"/>
              </a:rPr>
              <a:t> </a:t>
            </a:r>
            <a:r>
              <a:rPr lang="ko-KR" altLang="en-US" sz="2500" b="1" dirty="0">
                <a:solidFill>
                  <a:schemeClr val="tx1"/>
                </a:solidFill>
                <a:latin typeface="Batang"/>
                <a:ea typeface="Batang"/>
                <a:cs typeface="Batang"/>
              </a:rPr>
              <a:t>구성</a:t>
            </a:r>
            <a:endParaRPr lang="en-US" sz="2500" dirty="0">
              <a:latin typeface="Batang"/>
              <a:ea typeface="Batang"/>
              <a:cs typeface="Batang"/>
            </a:endParaRPr>
          </a:p>
        </p:txBody>
      </p:sp>
      <p:sp>
        <p:nvSpPr>
          <p:cNvPr id="5" name="Shape 3"/>
          <p:cNvSpPr/>
          <p:nvPr/>
        </p:nvSpPr>
        <p:spPr>
          <a:xfrm>
            <a:off x="548640" y="1215310"/>
            <a:ext cx="1828800" cy="3063240"/>
          </a:xfrm>
          <a:prstGeom prst="rect">
            <a:avLst/>
          </a:prstGeom>
          <a:solidFill>
            <a:srgbClr val="161616"/>
          </a:solidFill>
          <a:ln/>
        </p:spPr>
        <p:txBody>
          <a:bodyPr/>
          <a:lstStyle/>
          <a:p>
            <a:endParaRPr>
              <a:latin typeface="Malgun Gothic"/>
              <a:ea typeface="Malgun Gothic"/>
              <a:cs typeface="Malgun Gothic"/>
            </a:endParaRPr>
          </a:p>
        </p:txBody>
      </p:sp>
      <p:pic>
        <p:nvPicPr>
          <p:cNvPr id="6" name="Image 0" descr="/tmp/claude-0/-home-claude/afa474c7-3a5f-5ee1-8f18-b5fefe6dcd1f/scratchpad/deck/g2/main_crop.jpg"/>
          <p:cNvPicPr>
            <a:picLocks noChangeAspect="1"/>
          </p:cNvPicPr>
          <p:nvPr/>
        </p:nvPicPr>
        <p:blipFill>
          <a:blip r:embed="rId3"/>
          <a:srcRect/>
          <a:stretch/>
        </p:blipFill>
        <p:spPr>
          <a:xfrm>
            <a:off x="548640" y="1215310"/>
            <a:ext cx="1828800" cy="1143000"/>
          </a:xfrm>
          <a:prstGeom prst="rect">
            <a:avLst/>
          </a:prstGeom>
        </p:spPr>
      </p:pic>
      <p:sp>
        <p:nvSpPr>
          <p:cNvPr id="7" name="Text 4"/>
          <p:cNvSpPr txBox="1"/>
          <p:nvPr/>
        </p:nvSpPr>
        <p:spPr>
          <a:xfrm>
            <a:off x="731520" y="2495470"/>
            <a:ext cx="1463040" cy="365760"/>
          </a:xfrm>
          <a:prstGeom prst="rect">
            <a:avLst/>
          </a:prstGeom>
          <a:noFill/>
          <a:ln/>
        </p:spPr>
        <p:txBody>
          <a:bodyPr wrap="square" lIns="0" tIns="0" rIns="0" bIns="0" rtlCol="0" anchor="t"/>
          <a:lstStyle/>
          <a:p>
            <a:pPr marL="0" indent="0">
              <a:buNone/>
            </a:pPr>
            <a:r>
              <a:rPr lang="en-US" sz="2000" b="1" dirty="0">
                <a:solidFill>
                  <a:srgbClr val="B7C8E6"/>
                </a:solidFill>
                <a:latin typeface="Batang"/>
                <a:ea typeface="Batang"/>
                <a:cs typeface="Batang"/>
              </a:rPr>
              <a:t>01</a:t>
            </a:r>
            <a:endParaRPr lang="en-US" sz="2000" dirty="0">
              <a:latin typeface="Malgun Gothic"/>
              <a:ea typeface="Malgun Gothic"/>
              <a:cs typeface="Malgun Gothic"/>
            </a:endParaRPr>
          </a:p>
        </p:txBody>
      </p:sp>
      <p:sp>
        <p:nvSpPr>
          <p:cNvPr id="8" name="Text 5"/>
          <p:cNvSpPr txBox="1"/>
          <p:nvPr/>
        </p:nvSpPr>
        <p:spPr>
          <a:xfrm>
            <a:off x="731520" y="2906950"/>
            <a:ext cx="1508760" cy="320040"/>
          </a:xfrm>
          <a:prstGeom prst="rect">
            <a:avLst/>
          </a:prstGeom>
          <a:noFill/>
          <a:ln/>
        </p:spPr>
        <p:txBody>
          <a:bodyPr wrap="square" lIns="0" tIns="0" rIns="0" bIns="0" rtlCol="0" anchor="t"/>
          <a:lstStyle/>
          <a:p>
            <a:pPr marL="0" indent="0">
              <a:buNone/>
            </a:pPr>
            <a:r>
              <a:rPr lang="en-US" sz="1400" b="1" dirty="0">
                <a:solidFill>
                  <a:srgbClr val="F3ECDE"/>
                </a:solidFill>
                <a:latin typeface="Malgun Gothic"/>
                <a:ea typeface="Malgun Gothic"/>
                <a:cs typeface="Malgun Gothic"/>
              </a:rPr>
              <a:t>메인 지면</a:t>
            </a:r>
            <a:endParaRPr lang="en-US" sz="1400" dirty="0">
              <a:latin typeface="Malgun Gothic"/>
              <a:ea typeface="Malgun Gothic"/>
              <a:cs typeface="Malgun Gothic"/>
            </a:endParaRPr>
          </a:p>
        </p:txBody>
      </p:sp>
      <p:sp>
        <p:nvSpPr>
          <p:cNvPr id="9" name="Text 6"/>
          <p:cNvSpPr txBox="1"/>
          <p:nvPr/>
        </p:nvSpPr>
        <p:spPr>
          <a:xfrm>
            <a:off x="731520" y="3272710"/>
            <a:ext cx="1508760" cy="822960"/>
          </a:xfrm>
          <a:prstGeom prst="rect">
            <a:avLst/>
          </a:prstGeom>
          <a:noFill/>
          <a:ln/>
        </p:spPr>
        <p:txBody>
          <a:bodyPr wrap="square" lIns="0" tIns="0" rIns="0" bIns="0" rtlCol="0" anchor="t"/>
          <a:lstStyle/>
          <a:p>
            <a:pPr marL="0" indent="0">
              <a:lnSpc>
                <a:spcPct val="125000"/>
              </a:lnSpc>
              <a:buNone/>
            </a:pPr>
            <a:r>
              <a:rPr lang="en-US" sz="1100" dirty="0">
                <a:solidFill>
                  <a:srgbClr val="BDB8AE"/>
                </a:solidFill>
                <a:latin typeface="Malgun Gothic"/>
                <a:ea typeface="Malgun Gothic"/>
                <a:cs typeface="Malgun Gothic"/>
              </a:rPr>
              <a:t>사회 · 경제 · 문화예술</a:t>
            </a:r>
            <a:endParaRPr lang="en-US" sz="1100" dirty="0">
              <a:latin typeface="Malgun Gothic"/>
              <a:ea typeface="Malgun Gothic"/>
              <a:cs typeface="Malgun Gothic"/>
            </a:endParaRPr>
          </a:p>
        </p:txBody>
      </p:sp>
      <p:sp>
        <p:nvSpPr>
          <p:cNvPr id="10" name="Text 7"/>
          <p:cNvSpPr txBox="1"/>
          <p:nvPr/>
        </p:nvSpPr>
        <p:spPr>
          <a:xfrm>
            <a:off x="2377440" y="2906950"/>
            <a:ext cx="228600" cy="320040"/>
          </a:xfrm>
          <a:prstGeom prst="rect">
            <a:avLst/>
          </a:prstGeom>
          <a:noFill/>
          <a:ln/>
        </p:spPr>
        <p:txBody>
          <a:bodyPr wrap="square" lIns="0" tIns="0" rIns="0" bIns="0" rtlCol="0" anchor="t"/>
          <a:lstStyle/>
          <a:p>
            <a:pPr marL="0" indent="0" algn="ctr">
              <a:buNone/>
            </a:pPr>
            <a:r>
              <a:rPr lang="en-US" sz="1400" dirty="0">
                <a:solidFill>
                  <a:srgbClr val="7E776B"/>
                </a:solidFill>
                <a:latin typeface="Malgun Gothic"/>
                <a:ea typeface="Malgun Gothic"/>
                <a:cs typeface="Malgun Gothic"/>
              </a:rPr>
              <a:t>→</a:t>
            </a:r>
            <a:endParaRPr lang="en-US" sz="1400" dirty="0">
              <a:latin typeface="Malgun Gothic"/>
              <a:ea typeface="Malgun Gothic"/>
              <a:cs typeface="Malgun Gothic"/>
            </a:endParaRPr>
          </a:p>
        </p:txBody>
      </p:sp>
      <p:sp>
        <p:nvSpPr>
          <p:cNvPr id="11" name="Shape 8"/>
          <p:cNvSpPr/>
          <p:nvPr/>
        </p:nvSpPr>
        <p:spPr>
          <a:xfrm>
            <a:off x="2606040" y="1215310"/>
            <a:ext cx="1828800" cy="3063240"/>
          </a:xfrm>
          <a:prstGeom prst="rect">
            <a:avLst/>
          </a:prstGeom>
          <a:solidFill>
            <a:srgbClr val="E7DDCA"/>
          </a:solidFill>
          <a:ln/>
        </p:spPr>
        <p:txBody>
          <a:bodyPr/>
          <a:lstStyle/>
          <a:p>
            <a:endParaRPr>
              <a:latin typeface="Malgun Gothic"/>
              <a:ea typeface="Malgun Gothic"/>
              <a:cs typeface="Malgun Gothic"/>
            </a:endParaRPr>
          </a:p>
        </p:txBody>
      </p:sp>
      <p:pic>
        <p:nvPicPr>
          <p:cNvPr id="12" name="Image 1" descr="/tmp/claude-0/-home-claude/afa474c7-3a5f-5ee1-8f18-b5fefe6dcd1f/scratchpad/deck/g2/jk.jpg"/>
          <p:cNvPicPr>
            <a:picLocks noChangeAspect="1"/>
          </p:cNvPicPr>
          <p:nvPr/>
        </p:nvPicPr>
        <p:blipFill rotWithShape="1">
          <a:blip r:embed="rId4"/>
          <a:srcRect l="3594" r="4479"/>
          <a:stretch/>
        </p:blipFill>
        <p:spPr>
          <a:xfrm>
            <a:off x="2606040" y="1215310"/>
            <a:ext cx="1828800" cy="1143000"/>
          </a:xfrm>
          <a:prstGeom prst="rect">
            <a:avLst/>
          </a:prstGeom>
        </p:spPr>
      </p:pic>
      <p:sp>
        <p:nvSpPr>
          <p:cNvPr id="13" name="Text 9"/>
          <p:cNvSpPr txBox="1"/>
          <p:nvPr/>
        </p:nvSpPr>
        <p:spPr>
          <a:xfrm>
            <a:off x="2788920" y="2495470"/>
            <a:ext cx="1463040" cy="365760"/>
          </a:xfrm>
          <a:prstGeom prst="rect">
            <a:avLst/>
          </a:prstGeom>
          <a:noFill/>
          <a:ln/>
        </p:spPr>
        <p:txBody>
          <a:bodyPr wrap="square" lIns="0" tIns="0" rIns="0" bIns="0" rtlCol="0" anchor="t"/>
          <a:lstStyle/>
          <a:p>
            <a:pPr marL="0" indent="0">
              <a:buNone/>
            </a:pPr>
            <a:r>
              <a:rPr lang="en-US" sz="2000" b="1" dirty="0">
                <a:solidFill>
                  <a:srgbClr val="2E4A7D"/>
                </a:solidFill>
                <a:latin typeface="Batang"/>
                <a:ea typeface="Batang"/>
                <a:cs typeface="Batang"/>
              </a:rPr>
              <a:t>02</a:t>
            </a:r>
            <a:endParaRPr lang="en-US" sz="2000" dirty="0">
              <a:latin typeface="Malgun Gothic"/>
              <a:ea typeface="Malgun Gothic"/>
              <a:cs typeface="Malgun Gothic"/>
            </a:endParaRPr>
          </a:p>
        </p:txBody>
      </p:sp>
      <p:sp>
        <p:nvSpPr>
          <p:cNvPr id="14" name="Text 10"/>
          <p:cNvSpPr txBox="1"/>
          <p:nvPr/>
        </p:nvSpPr>
        <p:spPr>
          <a:xfrm>
            <a:off x="2788920" y="2906950"/>
            <a:ext cx="1508760" cy="320040"/>
          </a:xfrm>
          <a:prstGeom prst="rect">
            <a:avLst/>
          </a:prstGeom>
          <a:noFill/>
          <a:ln/>
        </p:spPr>
        <p:txBody>
          <a:bodyPr wrap="square" lIns="0" tIns="0" rIns="0" bIns="0" rtlCol="0" anchor="t"/>
          <a:lstStyle/>
          <a:p>
            <a:pPr marL="0" indent="0">
              <a:buNone/>
            </a:pPr>
            <a:r>
              <a:rPr lang="en-US" sz="1400" b="1" dirty="0">
                <a:solidFill>
                  <a:srgbClr val="161616"/>
                </a:solidFill>
                <a:latin typeface="Malgun Gothic"/>
                <a:ea typeface="Malgun Gothic"/>
                <a:cs typeface="Malgun Gothic"/>
              </a:rPr>
              <a:t>사건 본편</a:t>
            </a:r>
            <a:endParaRPr lang="en-US" sz="1400" dirty="0">
              <a:latin typeface="Malgun Gothic"/>
              <a:ea typeface="Malgun Gothic"/>
              <a:cs typeface="Malgun Gothic"/>
            </a:endParaRPr>
          </a:p>
        </p:txBody>
      </p:sp>
      <p:sp>
        <p:nvSpPr>
          <p:cNvPr id="15" name="Text 11"/>
          <p:cNvSpPr txBox="1"/>
          <p:nvPr/>
        </p:nvSpPr>
        <p:spPr>
          <a:xfrm>
            <a:off x="2788920" y="3272710"/>
            <a:ext cx="1508760" cy="822960"/>
          </a:xfrm>
          <a:prstGeom prst="rect">
            <a:avLst/>
          </a:prstGeom>
          <a:noFill/>
          <a:ln/>
        </p:spPr>
        <p:txBody>
          <a:bodyPr wrap="square" lIns="0" tIns="0" rIns="0" bIns="0" rtlCol="0" anchor="t"/>
          <a:lstStyle/>
          <a:p>
            <a:pPr marL="0" indent="0">
              <a:lnSpc>
                <a:spcPct val="125000"/>
              </a:lnSpc>
              <a:buNone/>
            </a:pPr>
            <a:r>
              <a:rPr lang="en-US" sz="1100" dirty="0">
                <a:solidFill>
                  <a:srgbClr val="7E776B"/>
                </a:solidFill>
                <a:latin typeface="Malgun Gothic"/>
                <a:ea typeface="Malgun Gothic"/>
                <a:cs typeface="Malgun Gothic"/>
              </a:rPr>
              <a:t>죽첨정 · 마리아 · 손기정 · 백백교</a:t>
            </a:r>
            <a:endParaRPr lang="en-US" sz="1100" dirty="0">
              <a:latin typeface="Malgun Gothic"/>
              <a:ea typeface="Malgun Gothic"/>
              <a:cs typeface="Malgun Gothic"/>
            </a:endParaRPr>
          </a:p>
        </p:txBody>
      </p:sp>
      <p:sp>
        <p:nvSpPr>
          <p:cNvPr id="16" name="Text 12"/>
          <p:cNvSpPr txBox="1"/>
          <p:nvPr/>
        </p:nvSpPr>
        <p:spPr>
          <a:xfrm>
            <a:off x="4434840" y="2906950"/>
            <a:ext cx="228600" cy="320040"/>
          </a:xfrm>
          <a:prstGeom prst="rect">
            <a:avLst/>
          </a:prstGeom>
          <a:noFill/>
          <a:ln/>
        </p:spPr>
        <p:txBody>
          <a:bodyPr wrap="square" lIns="0" tIns="0" rIns="0" bIns="0" rtlCol="0" anchor="t"/>
          <a:lstStyle/>
          <a:p>
            <a:pPr marL="0" indent="0" algn="ctr">
              <a:buNone/>
            </a:pPr>
            <a:r>
              <a:rPr lang="en-US" sz="1400" dirty="0">
                <a:solidFill>
                  <a:srgbClr val="7E776B"/>
                </a:solidFill>
                <a:latin typeface="Malgun Gothic"/>
                <a:ea typeface="Malgun Gothic"/>
                <a:cs typeface="Malgun Gothic"/>
              </a:rPr>
              <a:t>→</a:t>
            </a:r>
            <a:endParaRPr lang="en-US" sz="1400" dirty="0">
              <a:latin typeface="Malgun Gothic"/>
              <a:ea typeface="Malgun Gothic"/>
              <a:cs typeface="Malgun Gothic"/>
            </a:endParaRPr>
          </a:p>
        </p:txBody>
      </p:sp>
      <p:sp>
        <p:nvSpPr>
          <p:cNvPr id="17" name="Shape 13"/>
          <p:cNvSpPr/>
          <p:nvPr/>
        </p:nvSpPr>
        <p:spPr>
          <a:xfrm>
            <a:off x="4663440" y="1215310"/>
            <a:ext cx="1828800" cy="3063240"/>
          </a:xfrm>
          <a:prstGeom prst="rect">
            <a:avLst/>
          </a:prstGeom>
          <a:solidFill>
            <a:srgbClr val="E7DDCA"/>
          </a:solidFill>
          <a:ln/>
        </p:spPr>
        <p:txBody>
          <a:bodyPr/>
          <a:lstStyle/>
          <a:p>
            <a:endParaRPr>
              <a:latin typeface="Malgun Gothic"/>
              <a:ea typeface="Malgun Gothic"/>
              <a:cs typeface="Malgun Gothic"/>
            </a:endParaRPr>
          </a:p>
        </p:txBody>
      </p:sp>
      <p:pic>
        <p:nvPicPr>
          <p:cNvPr id="18" name="Image 2" descr="/tmp/claude-0/-home-claude/afa474c7-3a5f-5ee1-8f18-b5fefe6dcd1f/scratchpad/deck/g2/fair.jpg"/>
          <p:cNvPicPr>
            <a:picLocks noChangeAspect="1"/>
          </p:cNvPicPr>
          <p:nvPr/>
        </p:nvPicPr>
        <p:blipFill>
          <a:blip r:embed="rId5"/>
          <a:srcRect/>
          <a:stretch/>
        </p:blipFill>
        <p:spPr>
          <a:xfrm>
            <a:off x="4663440" y="1215310"/>
            <a:ext cx="1828800" cy="1143000"/>
          </a:xfrm>
          <a:prstGeom prst="rect">
            <a:avLst/>
          </a:prstGeom>
        </p:spPr>
      </p:pic>
      <p:sp>
        <p:nvSpPr>
          <p:cNvPr id="19" name="Text 14"/>
          <p:cNvSpPr txBox="1"/>
          <p:nvPr/>
        </p:nvSpPr>
        <p:spPr>
          <a:xfrm>
            <a:off x="4846320" y="2495470"/>
            <a:ext cx="1463040" cy="365760"/>
          </a:xfrm>
          <a:prstGeom prst="rect">
            <a:avLst/>
          </a:prstGeom>
          <a:noFill/>
          <a:ln/>
        </p:spPr>
        <p:txBody>
          <a:bodyPr wrap="square" lIns="0" tIns="0" rIns="0" bIns="0" rtlCol="0" anchor="t"/>
          <a:lstStyle/>
          <a:p>
            <a:pPr marL="0" indent="0">
              <a:buNone/>
            </a:pPr>
            <a:r>
              <a:rPr lang="en-US" sz="2000" b="1" dirty="0">
                <a:solidFill>
                  <a:srgbClr val="2E4A7D"/>
                </a:solidFill>
                <a:latin typeface="Batang"/>
                <a:ea typeface="Batang"/>
                <a:cs typeface="Batang"/>
              </a:rPr>
              <a:t>03</a:t>
            </a:r>
            <a:endParaRPr lang="en-US" sz="2000" dirty="0">
              <a:latin typeface="Malgun Gothic"/>
              <a:ea typeface="Malgun Gothic"/>
              <a:cs typeface="Malgun Gothic"/>
            </a:endParaRPr>
          </a:p>
        </p:txBody>
      </p:sp>
      <p:sp>
        <p:nvSpPr>
          <p:cNvPr id="20" name="Text 15"/>
          <p:cNvSpPr txBox="1"/>
          <p:nvPr/>
        </p:nvSpPr>
        <p:spPr>
          <a:xfrm>
            <a:off x="4846320" y="2906950"/>
            <a:ext cx="1508760" cy="320040"/>
          </a:xfrm>
          <a:prstGeom prst="rect">
            <a:avLst/>
          </a:prstGeom>
          <a:noFill/>
          <a:ln/>
        </p:spPr>
        <p:txBody>
          <a:bodyPr wrap="square" lIns="0" tIns="0" rIns="0" bIns="0" rtlCol="0" anchor="t"/>
          <a:lstStyle/>
          <a:p>
            <a:pPr marL="0" indent="0">
              <a:buNone/>
            </a:pPr>
            <a:r>
              <a:rPr lang="en-US" sz="1400" b="1" dirty="0">
                <a:solidFill>
                  <a:srgbClr val="161616"/>
                </a:solidFill>
                <a:latin typeface="Malgun Gothic"/>
                <a:ea typeface="Malgun Gothic"/>
                <a:cs typeface="Malgun Gothic"/>
              </a:rPr>
              <a:t>확장 코너</a:t>
            </a:r>
            <a:endParaRPr lang="en-US" sz="1400" dirty="0">
              <a:latin typeface="Malgun Gothic"/>
              <a:ea typeface="Malgun Gothic"/>
              <a:cs typeface="Malgun Gothic"/>
            </a:endParaRPr>
          </a:p>
        </p:txBody>
      </p:sp>
      <p:sp>
        <p:nvSpPr>
          <p:cNvPr id="21" name="Text 16"/>
          <p:cNvSpPr txBox="1"/>
          <p:nvPr/>
        </p:nvSpPr>
        <p:spPr>
          <a:xfrm>
            <a:off x="4846320" y="3272710"/>
            <a:ext cx="1508760" cy="822960"/>
          </a:xfrm>
          <a:prstGeom prst="rect">
            <a:avLst/>
          </a:prstGeom>
          <a:noFill/>
          <a:ln/>
        </p:spPr>
        <p:txBody>
          <a:bodyPr wrap="square" lIns="0" tIns="0" rIns="0" bIns="0" rtlCol="0" anchor="t"/>
          <a:lstStyle/>
          <a:p>
            <a:pPr marL="0" indent="0">
              <a:lnSpc>
                <a:spcPct val="125000"/>
              </a:lnSpc>
              <a:buNone/>
            </a:pPr>
            <a:r>
              <a:rPr lang="en-US" sz="1100" dirty="0">
                <a:solidFill>
                  <a:srgbClr val="7E776B"/>
                </a:solidFill>
                <a:latin typeface="Malgun Gothic"/>
                <a:ea typeface="Malgun Gothic"/>
                <a:cs typeface="Malgun Gothic"/>
              </a:rPr>
              <a:t>박람회 · 편집국 · 호외 · 납량 · 심인 · 상점</a:t>
            </a:r>
            <a:endParaRPr lang="en-US" sz="1100" dirty="0">
              <a:latin typeface="Malgun Gothic"/>
              <a:ea typeface="Malgun Gothic"/>
              <a:cs typeface="Malgun Gothic"/>
            </a:endParaRPr>
          </a:p>
        </p:txBody>
      </p:sp>
      <p:sp>
        <p:nvSpPr>
          <p:cNvPr id="22" name="Text 17"/>
          <p:cNvSpPr txBox="1"/>
          <p:nvPr/>
        </p:nvSpPr>
        <p:spPr>
          <a:xfrm>
            <a:off x="6492240" y="2906950"/>
            <a:ext cx="228600" cy="320040"/>
          </a:xfrm>
          <a:prstGeom prst="rect">
            <a:avLst/>
          </a:prstGeom>
          <a:noFill/>
          <a:ln/>
        </p:spPr>
        <p:txBody>
          <a:bodyPr wrap="square" lIns="0" tIns="0" rIns="0" bIns="0" rtlCol="0" anchor="t"/>
          <a:lstStyle/>
          <a:p>
            <a:pPr marL="0" indent="0" algn="ctr">
              <a:buNone/>
            </a:pPr>
            <a:r>
              <a:rPr lang="en-US" sz="1400" dirty="0">
                <a:solidFill>
                  <a:srgbClr val="7E776B"/>
                </a:solidFill>
                <a:latin typeface="Malgun Gothic"/>
                <a:ea typeface="Malgun Gothic"/>
                <a:cs typeface="Malgun Gothic"/>
              </a:rPr>
              <a:t>→</a:t>
            </a:r>
            <a:endParaRPr lang="en-US" sz="1400" dirty="0">
              <a:latin typeface="Malgun Gothic"/>
              <a:ea typeface="Malgun Gothic"/>
              <a:cs typeface="Malgun Gothic"/>
            </a:endParaRPr>
          </a:p>
        </p:txBody>
      </p:sp>
      <p:sp>
        <p:nvSpPr>
          <p:cNvPr id="23" name="Shape 18"/>
          <p:cNvSpPr/>
          <p:nvPr/>
        </p:nvSpPr>
        <p:spPr>
          <a:xfrm>
            <a:off x="6720840" y="1215310"/>
            <a:ext cx="1828800" cy="3063240"/>
          </a:xfrm>
          <a:prstGeom prst="rect">
            <a:avLst/>
          </a:prstGeom>
          <a:solidFill>
            <a:srgbClr val="E7DDCA"/>
          </a:solidFill>
          <a:ln/>
        </p:spPr>
        <p:txBody>
          <a:bodyPr/>
          <a:lstStyle/>
          <a:p>
            <a:endParaRPr>
              <a:latin typeface="Malgun Gothic"/>
              <a:ea typeface="Malgun Gothic"/>
              <a:cs typeface="Malgun Gothic"/>
            </a:endParaRPr>
          </a:p>
        </p:txBody>
      </p:sp>
      <p:pic>
        <p:nvPicPr>
          <p:cNvPr id="24" name="Image 3" descr="/tmp/claude-0/-home-claude/afa474c7-3a5f-5ee1-8f18-b5fefe6dcd1f/scratchpad/deck/g2/game.jpg"/>
          <p:cNvPicPr>
            <a:picLocks noChangeAspect="1"/>
          </p:cNvPicPr>
          <p:nvPr/>
        </p:nvPicPr>
        <p:blipFill>
          <a:blip r:embed="rId6"/>
          <a:srcRect/>
          <a:stretch/>
        </p:blipFill>
        <p:spPr>
          <a:xfrm>
            <a:off x="6720840" y="1215310"/>
            <a:ext cx="1828800" cy="1143000"/>
          </a:xfrm>
          <a:prstGeom prst="rect">
            <a:avLst/>
          </a:prstGeom>
        </p:spPr>
      </p:pic>
      <p:sp>
        <p:nvSpPr>
          <p:cNvPr id="25" name="Text 19"/>
          <p:cNvSpPr txBox="1"/>
          <p:nvPr/>
        </p:nvSpPr>
        <p:spPr>
          <a:xfrm>
            <a:off x="6903720" y="2495470"/>
            <a:ext cx="1463040" cy="365760"/>
          </a:xfrm>
          <a:prstGeom prst="rect">
            <a:avLst/>
          </a:prstGeom>
          <a:noFill/>
          <a:ln/>
        </p:spPr>
        <p:txBody>
          <a:bodyPr wrap="square" lIns="0" tIns="0" rIns="0" bIns="0" rtlCol="0" anchor="t"/>
          <a:lstStyle/>
          <a:p>
            <a:pPr marL="0" indent="0">
              <a:buNone/>
            </a:pPr>
            <a:r>
              <a:rPr lang="en-US" sz="2000" b="1" dirty="0">
                <a:solidFill>
                  <a:srgbClr val="2E4A7D"/>
                </a:solidFill>
                <a:latin typeface="Batang"/>
                <a:ea typeface="Batang"/>
                <a:cs typeface="Batang"/>
              </a:rPr>
              <a:t>04</a:t>
            </a:r>
            <a:endParaRPr lang="en-US" sz="2000" dirty="0">
              <a:latin typeface="Malgun Gothic"/>
              <a:ea typeface="Malgun Gothic"/>
              <a:cs typeface="Malgun Gothic"/>
            </a:endParaRPr>
          </a:p>
        </p:txBody>
      </p:sp>
      <p:sp>
        <p:nvSpPr>
          <p:cNvPr id="26" name="Text 20"/>
          <p:cNvSpPr txBox="1"/>
          <p:nvPr/>
        </p:nvSpPr>
        <p:spPr>
          <a:xfrm>
            <a:off x="6903720" y="2906950"/>
            <a:ext cx="1508760" cy="320040"/>
          </a:xfrm>
          <a:prstGeom prst="rect">
            <a:avLst/>
          </a:prstGeom>
          <a:noFill/>
          <a:ln/>
        </p:spPr>
        <p:txBody>
          <a:bodyPr wrap="square" lIns="0" tIns="0" rIns="0" bIns="0" rtlCol="0" anchor="t"/>
          <a:lstStyle/>
          <a:p>
            <a:pPr marL="0" indent="0">
              <a:buNone/>
            </a:pPr>
            <a:r>
              <a:rPr lang="en-US" sz="1400" b="1" dirty="0">
                <a:solidFill>
                  <a:srgbClr val="161616"/>
                </a:solidFill>
                <a:latin typeface="Malgun Gothic"/>
                <a:ea typeface="Malgun Gothic"/>
                <a:cs typeface="Malgun Gothic"/>
              </a:rPr>
              <a:t>식자실</a:t>
            </a:r>
            <a:endParaRPr lang="en-US" sz="1400" dirty="0">
              <a:latin typeface="Malgun Gothic"/>
              <a:ea typeface="Malgun Gothic"/>
              <a:cs typeface="Malgun Gothic"/>
            </a:endParaRPr>
          </a:p>
        </p:txBody>
      </p:sp>
      <p:sp>
        <p:nvSpPr>
          <p:cNvPr id="27" name="Text 21"/>
          <p:cNvSpPr txBox="1"/>
          <p:nvPr/>
        </p:nvSpPr>
        <p:spPr>
          <a:xfrm>
            <a:off x="6903720" y="3272710"/>
            <a:ext cx="1508760" cy="822960"/>
          </a:xfrm>
          <a:prstGeom prst="rect">
            <a:avLst/>
          </a:prstGeom>
          <a:noFill/>
          <a:ln/>
        </p:spPr>
        <p:txBody>
          <a:bodyPr wrap="square" lIns="0" tIns="0" rIns="0" bIns="0" rtlCol="0" anchor="t"/>
          <a:lstStyle/>
          <a:p>
            <a:pPr marL="0" indent="0">
              <a:lnSpc>
                <a:spcPct val="125000"/>
              </a:lnSpc>
              <a:buNone/>
            </a:pPr>
            <a:r>
              <a:rPr lang="en-US" sz="1100" dirty="0">
                <a:solidFill>
                  <a:srgbClr val="7E776B"/>
                </a:solidFill>
                <a:latin typeface="Malgun Gothic"/>
                <a:ea typeface="Malgun Gothic"/>
                <a:cs typeface="Malgun Gothic"/>
              </a:rPr>
              <a:t>숨은 물건 넷이 여는 3D 게임</a:t>
            </a:r>
            <a:endParaRPr lang="en-US" sz="1100" dirty="0">
              <a:latin typeface="Malgun Gothic"/>
              <a:ea typeface="Malgun Gothic"/>
              <a:cs typeface="Malgun Gothic"/>
            </a:endParaRPr>
          </a:p>
        </p:txBody>
      </p:sp>
      <p:sp>
        <p:nvSpPr>
          <p:cNvPr id="29"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8</a:t>
            </a:fld>
            <a:endParaRPr lang="en-US">
              <a:latin typeface="Malgun Gothic"/>
              <a:ea typeface="Malgun Gothic"/>
              <a:cs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02  콘셉트 및 서비스 구조</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ko-KR" altLang="en-US" sz="2500" b="1" dirty="0">
                <a:solidFill>
                  <a:schemeClr val="tx1"/>
                </a:solidFill>
                <a:latin typeface="Batang"/>
                <a:ea typeface="Batang"/>
                <a:cs typeface="Batang"/>
              </a:rPr>
              <a:t>전체 </a:t>
            </a:r>
            <a:r>
              <a:rPr lang="en-US" sz="2500" b="1" dirty="0">
                <a:solidFill>
                  <a:schemeClr val="tx1"/>
                </a:solidFill>
                <a:latin typeface="Batang"/>
                <a:ea typeface="Batang"/>
                <a:cs typeface="Batang"/>
              </a:rPr>
              <a:t>사이트</a:t>
            </a:r>
            <a:r>
              <a:rPr lang="en-US" sz="2500" b="1" dirty="0">
                <a:solidFill>
                  <a:schemeClr val="tx1"/>
                </a:solidFill>
                <a:latin typeface="Batang"/>
                <a:ea typeface="Batang"/>
                <a:cs typeface="Batang"/>
              </a:rPr>
              <a:t> 지도</a:t>
            </a:r>
            <a:endParaRPr lang="en-US" sz="2500" dirty="0">
              <a:latin typeface="Batang"/>
              <a:ea typeface="Batang"/>
              <a:cs typeface="Batang"/>
            </a:endParaRPr>
          </a:p>
        </p:txBody>
      </p:sp>
      <p:sp>
        <p:nvSpPr>
          <p:cNvPr id="29"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7</a:t>
            </a:fld>
            <a:endParaRPr lang="en-US">
              <a:latin typeface="Malgun Gothic"/>
              <a:ea typeface="Malgun Gothic"/>
              <a:cs typeface="Malgun Gothic"/>
            </a:endParaRPr>
          </a:p>
        </p:txBody>
      </p:sp>
      <p:pic>
        <p:nvPicPr>
          <p:cNvPr id="30" name="그림 29">
            <a:extLst>
              <a:ext uri="{FF2B5EF4-FFF2-40B4-BE49-F238E27FC236}">
                <a16:creationId xmlns:a16="http://schemas.microsoft.com/office/drawing/2014/main" id="{66F28530-7E7E-40BD-8FCF-BA6F134100F8}"/>
              </a:ext>
            </a:extLst>
          </p:cNvPr>
          <p:cNvPicPr>
            <a:picLocks noChangeAspect="1"/>
          </p:cNvPicPr>
          <p:nvPr/>
        </p:nvPicPr>
        <p:blipFill rotWithShape="1">
          <a:blip r:embed="rId3"/>
          <a:srcRect t="20444" b="17037"/>
          <a:stretch/>
        </p:blipFill>
        <p:spPr>
          <a:xfrm>
            <a:off x="622927" y="962452"/>
            <a:ext cx="7898146" cy="3678128"/>
          </a:xfrm>
          <a:prstGeom prst="rect">
            <a:avLst/>
          </a:prstGeom>
        </p:spPr>
      </p:pic>
    </p:spTree>
    <p:extLst>
      <p:ext uri="{BB962C8B-B14F-4D97-AF65-F5344CB8AC3E}">
        <p14:creationId xmlns:p14="http://schemas.microsoft.com/office/powerpoint/2010/main" val="118541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03  주요 기능 및 지면 구성 · 사건 본편</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왜 하필 이 네 사건인가</a:t>
            </a:r>
            <a:endParaRPr lang="en-US" sz="2500" dirty="0">
              <a:latin typeface="Batang"/>
              <a:ea typeface="Batang"/>
              <a:cs typeface="Batang"/>
            </a:endParaRPr>
          </a:p>
        </p:txBody>
      </p:sp>
      <p:sp>
        <p:nvSpPr>
          <p:cNvPr id="121" name="Criteria card 121"/>
          <p:cNvSpPr/>
          <p:nvPr/>
        </p:nvSpPr>
        <p:spPr>
          <a:xfrm>
            <a:off x="548640" y="1234440"/>
            <a:ext cx="1920240" cy="932688"/>
          </a:xfrm>
          <a:prstGeom prst="rect">
            <a:avLst/>
          </a:prstGeom>
          <a:solidFill>
            <a:srgbClr val="161616"/>
          </a:solidFill>
          <a:ln>
            <a:noFill/>
          </a:ln>
        </p:spPr>
        <p:txBody>
          <a:bodyPr/>
          <a:lstStyle/>
          <a:p>
            <a:endParaRPr>
              <a:latin typeface="Malgun Gothic"/>
              <a:ea typeface="Malgun Gothic"/>
              <a:cs typeface="Malgun Gothic"/>
            </a:endParaRPr>
          </a:p>
        </p:txBody>
      </p:sp>
      <p:sp>
        <p:nvSpPr>
          <p:cNvPr id="122" name="Text 122"/>
          <p:cNvSpPr txBox="1"/>
          <p:nvPr/>
        </p:nvSpPr>
        <p:spPr>
          <a:xfrm>
            <a:off x="676656" y="1307592"/>
            <a:ext cx="1664208"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00" b="1" i="0" spc="200" dirty="0">
                <a:solidFill>
                  <a:srgbClr val="8FA6D1"/>
                </a:solidFill>
                <a:latin typeface="Malgun Gothic"/>
                <a:ea typeface="Malgun Gothic"/>
                <a:cs typeface="Malgun Gothic"/>
              </a:rPr>
              <a:t>01</a:t>
            </a:r>
          </a:p>
        </p:txBody>
      </p:sp>
      <p:sp>
        <p:nvSpPr>
          <p:cNvPr id="123" name="Text 123"/>
          <p:cNvSpPr txBox="1"/>
          <p:nvPr/>
        </p:nvSpPr>
        <p:spPr>
          <a:xfrm>
            <a:off x="676656" y="1481328"/>
            <a:ext cx="1664208"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FFFFFF"/>
                </a:solidFill>
                <a:latin typeface="Malgun Gothic"/>
                <a:ea typeface="Malgun Gothic"/>
                <a:cs typeface="Malgun Gothic"/>
              </a:rPr>
              <a:t>기록 확인</a:t>
            </a:r>
          </a:p>
        </p:txBody>
      </p:sp>
      <p:sp>
        <p:nvSpPr>
          <p:cNvPr id="124" name="Text 124"/>
          <p:cNvSpPr txBox="1"/>
          <p:nvPr/>
        </p:nvSpPr>
        <p:spPr>
          <a:xfrm>
            <a:off x="676656" y="1737360"/>
            <a:ext cx="1664208" cy="365760"/>
          </a:xfrm>
          <a:prstGeom prst="rect">
            <a:avLst/>
          </a:prstGeom>
          <a:noFill/>
        </p:spPr>
        <p:txBody>
          <a:bodyPr wrap="square" lIns="0" tIns="0" rIns="0" bIns="0" rtlCol="0" anchor="t">
            <a:noAutofit/>
          </a:bodyPr>
          <a:lstStyle/>
          <a:p>
            <a:pPr marL="0" indent="0" algn="l">
              <a:lnSpc>
                <a:spcPct val="112000"/>
              </a:lnSpc>
              <a:spcAft>
                <a:spcPts val="0"/>
              </a:spcAft>
              <a:buNone/>
            </a:pPr>
            <a:r>
              <a:rPr lang="ko-KR" sz="950" b="0" i="0" dirty="0">
                <a:solidFill>
                  <a:srgbClr val="CFC8B8"/>
                </a:solidFill>
                <a:latin typeface="Malgun Gothic"/>
                <a:ea typeface="Malgun Gothic"/>
                <a:cs typeface="Malgun Gothic"/>
              </a:rPr>
              <a:t>동아일보 지면의 날짜·면·제목으로 확인</a:t>
            </a:r>
          </a:p>
        </p:txBody>
      </p:sp>
      <p:sp>
        <p:nvSpPr>
          <p:cNvPr id="125" name="Criteria card 125"/>
          <p:cNvSpPr/>
          <p:nvPr/>
        </p:nvSpPr>
        <p:spPr>
          <a:xfrm>
            <a:off x="2590495" y="1234440"/>
            <a:ext cx="1920240" cy="932688"/>
          </a:xfrm>
          <a:prstGeom prst="rect">
            <a:avLst/>
          </a:prstGeom>
          <a:solidFill>
            <a:srgbClr val="161616"/>
          </a:solidFill>
          <a:ln>
            <a:noFill/>
          </a:ln>
        </p:spPr>
        <p:txBody>
          <a:bodyPr/>
          <a:lstStyle/>
          <a:p>
            <a:endParaRPr>
              <a:latin typeface="Malgun Gothic"/>
              <a:ea typeface="Malgun Gothic"/>
              <a:cs typeface="Malgun Gothic"/>
            </a:endParaRPr>
          </a:p>
        </p:txBody>
      </p:sp>
      <p:sp>
        <p:nvSpPr>
          <p:cNvPr id="126" name="Text 126"/>
          <p:cNvSpPr txBox="1"/>
          <p:nvPr/>
        </p:nvSpPr>
        <p:spPr>
          <a:xfrm>
            <a:off x="2718511" y="1307592"/>
            <a:ext cx="1664208"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00" b="1" i="0" spc="200" dirty="0">
                <a:solidFill>
                  <a:srgbClr val="8FA6D1"/>
                </a:solidFill>
                <a:latin typeface="Malgun Gothic"/>
                <a:ea typeface="Malgun Gothic"/>
                <a:cs typeface="Malgun Gothic"/>
              </a:rPr>
              <a:t>02</a:t>
            </a:r>
          </a:p>
        </p:txBody>
      </p:sp>
      <p:sp>
        <p:nvSpPr>
          <p:cNvPr id="127" name="Text 127"/>
          <p:cNvSpPr txBox="1"/>
          <p:nvPr/>
        </p:nvSpPr>
        <p:spPr>
          <a:xfrm>
            <a:off x="2718511" y="1481328"/>
            <a:ext cx="1664208"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FFFFFF"/>
                </a:solidFill>
                <a:latin typeface="Malgun Gothic"/>
                <a:ea typeface="Malgun Gothic"/>
                <a:cs typeface="Malgun Gothic"/>
              </a:rPr>
              <a:t>소재 다양성</a:t>
            </a:r>
          </a:p>
        </p:txBody>
      </p:sp>
      <p:sp>
        <p:nvSpPr>
          <p:cNvPr id="128" name="Text 128"/>
          <p:cNvSpPr txBox="1"/>
          <p:nvPr/>
        </p:nvSpPr>
        <p:spPr>
          <a:xfrm>
            <a:off x="2718511" y="1737360"/>
            <a:ext cx="1664208" cy="365760"/>
          </a:xfrm>
          <a:prstGeom prst="rect">
            <a:avLst/>
          </a:prstGeom>
          <a:noFill/>
        </p:spPr>
        <p:txBody>
          <a:bodyPr wrap="square" lIns="0" tIns="0" rIns="0" bIns="0" rtlCol="0" anchor="t">
            <a:noAutofit/>
          </a:bodyPr>
          <a:lstStyle/>
          <a:p>
            <a:pPr marL="0" indent="0" algn="l">
              <a:lnSpc>
                <a:spcPct val="112000"/>
              </a:lnSpc>
              <a:spcAft>
                <a:spcPts val="0"/>
              </a:spcAft>
              <a:buNone/>
            </a:pPr>
            <a:r>
              <a:rPr lang="ko-KR" sz="950" b="0" i="0" dirty="0">
                <a:solidFill>
                  <a:srgbClr val="CFC8B8"/>
                </a:solidFill>
                <a:latin typeface="Malgun Gothic"/>
                <a:ea typeface="Malgun Gothic"/>
                <a:cs typeface="Malgun Gothic"/>
              </a:rPr>
              <a:t>사회·경제·문화예술면을 고루</a:t>
            </a:r>
          </a:p>
        </p:txBody>
      </p:sp>
      <p:sp>
        <p:nvSpPr>
          <p:cNvPr id="129" name="Criteria card 129"/>
          <p:cNvSpPr/>
          <p:nvPr/>
        </p:nvSpPr>
        <p:spPr>
          <a:xfrm>
            <a:off x="4632350" y="1234440"/>
            <a:ext cx="1920240" cy="932688"/>
          </a:xfrm>
          <a:prstGeom prst="rect">
            <a:avLst/>
          </a:prstGeom>
          <a:solidFill>
            <a:srgbClr val="161616"/>
          </a:solidFill>
          <a:ln>
            <a:noFill/>
          </a:ln>
        </p:spPr>
        <p:txBody>
          <a:bodyPr/>
          <a:lstStyle/>
          <a:p>
            <a:endParaRPr>
              <a:latin typeface="Malgun Gothic"/>
              <a:ea typeface="Malgun Gothic"/>
              <a:cs typeface="Malgun Gothic"/>
            </a:endParaRPr>
          </a:p>
        </p:txBody>
      </p:sp>
      <p:sp>
        <p:nvSpPr>
          <p:cNvPr id="130" name="Text 130"/>
          <p:cNvSpPr txBox="1"/>
          <p:nvPr/>
        </p:nvSpPr>
        <p:spPr>
          <a:xfrm>
            <a:off x="4760366" y="1307592"/>
            <a:ext cx="1664208"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00" b="1" i="0" spc="200" dirty="0">
                <a:solidFill>
                  <a:srgbClr val="8FA6D1"/>
                </a:solidFill>
                <a:latin typeface="Malgun Gothic"/>
                <a:ea typeface="Malgun Gothic"/>
                <a:cs typeface="Malgun Gothic"/>
              </a:rPr>
              <a:t>03</a:t>
            </a:r>
          </a:p>
        </p:txBody>
      </p:sp>
      <p:sp>
        <p:nvSpPr>
          <p:cNvPr id="131" name="Text 131"/>
          <p:cNvSpPr txBox="1"/>
          <p:nvPr/>
        </p:nvSpPr>
        <p:spPr>
          <a:xfrm>
            <a:off x="4760366" y="1481328"/>
            <a:ext cx="1664208"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FFFFFF"/>
                </a:solidFill>
                <a:latin typeface="Malgun Gothic"/>
                <a:ea typeface="Malgun Gothic"/>
                <a:cs typeface="Malgun Gothic"/>
              </a:rPr>
              <a:t>이야기 전개성</a:t>
            </a:r>
          </a:p>
        </p:txBody>
      </p:sp>
      <p:sp>
        <p:nvSpPr>
          <p:cNvPr id="132" name="Text 132"/>
          <p:cNvSpPr txBox="1"/>
          <p:nvPr/>
        </p:nvSpPr>
        <p:spPr>
          <a:xfrm>
            <a:off x="4760366" y="1737360"/>
            <a:ext cx="1664208" cy="365760"/>
          </a:xfrm>
          <a:prstGeom prst="rect">
            <a:avLst/>
          </a:prstGeom>
          <a:noFill/>
        </p:spPr>
        <p:txBody>
          <a:bodyPr wrap="square" lIns="0" tIns="0" rIns="0" bIns="0" rtlCol="0" anchor="t">
            <a:noAutofit/>
          </a:bodyPr>
          <a:lstStyle/>
          <a:p>
            <a:pPr marL="0" indent="0" algn="l">
              <a:lnSpc>
                <a:spcPct val="112000"/>
              </a:lnSpc>
              <a:spcAft>
                <a:spcPts val="0"/>
              </a:spcAft>
              <a:buNone/>
            </a:pPr>
            <a:r>
              <a:rPr lang="ko-KR" sz="950" b="0" i="0" dirty="0">
                <a:solidFill>
                  <a:srgbClr val="CFC8B8"/>
                </a:solidFill>
                <a:latin typeface="Malgun Gothic"/>
                <a:ea typeface="Malgun Gothic"/>
                <a:cs typeface="Malgun Gothic"/>
              </a:rPr>
              <a:t>오보·미제·언론·사이비, 결이 다른 네 편</a:t>
            </a:r>
          </a:p>
        </p:txBody>
      </p:sp>
      <p:sp>
        <p:nvSpPr>
          <p:cNvPr id="133" name="Criteria card 133"/>
          <p:cNvSpPr/>
          <p:nvPr/>
        </p:nvSpPr>
        <p:spPr>
          <a:xfrm>
            <a:off x="6674206" y="1234440"/>
            <a:ext cx="1920240" cy="932688"/>
          </a:xfrm>
          <a:prstGeom prst="rect">
            <a:avLst/>
          </a:prstGeom>
          <a:solidFill>
            <a:srgbClr val="161616"/>
          </a:solidFill>
          <a:ln>
            <a:noFill/>
          </a:ln>
        </p:spPr>
        <p:txBody>
          <a:bodyPr/>
          <a:lstStyle/>
          <a:p>
            <a:endParaRPr>
              <a:latin typeface="Malgun Gothic"/>
              <a:ea typeface="Malgun Gothic"/>
              <a:cs typeface="Malgun Gothic"/>
            </a:endParaRPr>
          </a:p>
        </p:txBody>
      </p:sp>
      <p:sp>
        <p:nvSpPr>
          <p:cNvPr id="134" name="Text 134"/>
          <p:cNvSpPr txBox="1"/>
          <p:nvPr/>
        </p:nvSpPr>
        <p:spPr>
          <a:xfrm>
            <a:off x="6802222" y="1307592"/>
            <a:ext cx="1664208"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00" b="1" i="0" spc="200" dirty="0">
                <a:solidFill>
                  <a:srgbClr val="8FA6D1"/>
                </a:solidFill>
                <a:latin typeface="Malgun Gothic"/>
                <a:ea typeface="Malgun Gothic"/>
                <a:cs typeface="Malgun Gothic"/>
              </a:rPr>
              <a:t>04</a:t>
            </a:r>
          </a:p>
        </p:txBody>
      </p:sp>
      <p:sp>
        <p:nvSpPr>
          <p:cNvPr id="135" name="Text 135"/>
          <p:cNvSpPr txBox="1"/>
          <p:nvPr/>
        </p:nvSpPr>
        <p:spPr>
          <a:xfrm>
            <a:off x="6802222" y="1481328"/>
            <a:ext cx="1664208"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200" b="1" i="0" dirty="0">
                <a:solidFill>
                  <a:srgbClr val="FFFFFF"/>
                </a:solidFill>
                <a:latin typeface="Malgun Gothic"/>
                <a:ea typeface="Malgun Gothic"/>
                <a:cs typeface="Malgun Gothic"/>
              </a:rPr>
              <a:t>구현 가능성</a:t>
            </a:r>
          </a:p>
        </p:txBody>
      </p:sp>
      <p:sp>
        <p:nvSpPr>
          <p:cNvPr id="136" name="Text 136"/>
          <p:cNvSpPr txBox="1"/>
          <p:nvPr/>
        </p:nvSpPr>
        <p:spPr>
          <a:xfrm>
            <a:off x="6802222" y="1737360"/>
            <a:ext cx="1664208" cy="365760"/>
          </a:xfrm>
          <a:prstGeom prst="rect">
            <a:avLst/>
          </a:prstGeom>
          <a:noFill/>
        </p:spPr>
        <p:txBody>
          <a:bodyPr wrap="square" lIns="0" tIns="0" rIns="0" bIns="0" rtlCol="0" anchor="t">
            <a:noAutofit/>
          </a:bodyPr>
          <a:lstStyle/>
          <a:p>
            <a:pPr marL="0" indent="0" algn="l">
              <a:lnSpc>
                <a:spcPct val="112000"/>
              </a:lnSpc>
              <a:spcAft>
                <a:spcPts val="0"/>
              </a:spcAft>
              <a:buNone/>
            </a:pPr>
            <a:r>
              <a:rPr lang="ko-KR" sz="950" b="0" i="0" dirty="0">
                <a:solidFill>
                  <a:srgbClr val="CFC8B8"/>
                </a:solidFill>
                <a:latin typeface="Malgun Gothic"/>
                <a:ea typeface="Malgun Gothic"/>
                <a:cs typeface="Malgun Gothic"/>
              </a:rPr>
              <a:t>사건마다 다른 장치를 붙일 수 있음</a:t>
            </a:r>
          </a:p>
        </p:txBody>
      </p:sp>
      <p:sp>
        <p:nvSpPr>
          <p:cNvPr id="137" name="Text 137"/>
          <p:cNvSpPr txBox="1"/>
          <p:nvPr/>
        </p:nvSpPr>
        <p:spPr>
          <a:xfrm>
            <a:off x="658368" y="2331720"/>
            <a:ext cx="164592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00" b="1" i="0" spc="100" dirty="0">
                <a:solidFill>
                  <a:srgbClr val="2E4A7D"/>
                </a:solidFill>
                <a:latin typeface="Malgun Gothic"/>
                <a:ea typeface="Malgun Gothic"/>
                <a:cs typeface="Malgun Gothic"/>
              </a:rPr>
              <a:t>사건</a:t>
            </a:r>
          </a:p>
        </p:txBody>
      </p:sp>
      <p:sp>
        <p:nvSpPr>
          <p:cNvPr id="138" name="Text 138"/>
          <p:cNvSpPr txBox="1"/>
          <p:nvPr/>
        </p:nvSpPr>
        <p:spPr>
          <a:xfrm>
            <a:off x="2487168" y="2331720"/>
            <a:ext cx="306324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00" b="1" i="0" spc="100" dirty="0">
                <a:solidFill>
                  <a:srgbClr val="2E4A7D"/>
                </a:solidFill>
                <a:latin typeface="Malgun Gothic"/>
                <a:ea typeface="Malgun Gothic"/>
                <a:cs typeface="Malgun Gothic"/>
              </a:rPr>
              <a:t>선정 이유</a:t>
            </a:r>
          </a:p>
        </p:txBody>
      </p:sp>
      <p:sp>
        <p:nvSpPr>
          <p:cNvPr id="139" name="Text 139"/>
          <p:cNvSpPr txBox="1"/>
          <p:nvPr/>
        </p:nvSpPr>
        <p:spPr>
          <a:xfrm>
            <a:off x="5733288" y="2331720"/>
            <a:ext cx="278892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00" b="1" i="0" spc="100" dirty="0">
                <a:solidFill>
                  <a:srgbClr val="2E4A7D"/>
                </a:solidFill>
                <a:latin typeface="Malgun Gothic"/>
                <a:ea typeface="Malgun Gothic"/>
                <a:cs typeface="Malgun Gothic"/>
              </a:rPr>
              <a:t>독자가 가져갈 관점</a:t>
            </a:r>
          </a:p>
        </p:txBody>
      </p:sp>
      <p:sp>
        <p:nvSpPr>
          <p:cNvPr id="140" name="Row 140"/>
          <p:cNvSpPr/>
          <p:nvPr/>
        </p:nvSpPr>
        <p:spPr>
          <a:xfrm>
            <a:off x="548640" y="2596896"/>
            <a:ext cx="8046720" cy="411480"/>
          </a:xfrm>
          <a:prstGeom prst="rect">
            <a:avLst/>
          </a:prstGeom>
          <a:solidFill>
            <a:srgbClr val="E7DDCA"/>
          </a:solidFill>
          <a:ln>
            <a:noFill/>
          </a:ln>
        </p:spPr>
        <p:txBody>
          <a:bodyPr/>
          <a:lstStyle/>
          <a:p>
            <a:endParaRPr>
              <a:latin typeface="Malgun Gothic"/>
              <a:ea typeface="Malgun Gothic"/>
              <a:cs typeface="Malgun Gothic"/>
            </a:endParaRPr>
          </a:p>
        </p:txBody>
      </p:sp>
      <p:sp>
        <p:nvSpPr>
          <p:cNvPr id="141" name="Text 141"/>
          <p:cNvSpPr txBox="1"/>
          <p:nvPr/>
        </p:nvSpPr>
        <p:spPr>
          <a:xfrm>
            <a:off x="658368" y="2633472"/>
            <a:ext cx="169164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죽첨정 사건</a:t>
            </a:r>
          </a:p>
        </p:txBody>
      </p:sp>
      <p:sp>
        <p:nvSpPr>
          <p:cNvPr id="142" name="Text 142"/>
          <p:cNvSpPr txBox="1"/>
          <p:nvPr/>
        </p:nvSpPr>
        <p:spPr>
          <a:xfrm>
            <a:off x="658368" y="2825496"/>
            <a:ext cx="1691640" cy="164592"/>
          </a:xfrm>
          <a:prstGeom prst="rect">
            <a:avLst/>
          </a:prstGeom>
          <a:noFill/>
        </p:spPr>
        <p:txBody>
          <a:bodyPr wrap="square" lIns="0" tIns="0" rIns="0" bIns="0" rtlCol="0" anchor="t">
            <a:noAutofit/>
          </a:bodyPr>
          <a:lstStyle/>
          <a:p>
            <a:pPr marL="0" indent="0" algn="l">
              <a:lnSpc>
                <a:spcPct val="120000"/>
              </a:lnSpc>
              <a:spcAft>
                <a:spcPts val="0"/>
              </a:spcAft>
              <a:buNone/>
            </a:pPr>
            <a:r>
              <a:rPr lang="ko-KR" sz="900" b="0" i="0" dirty="0">
                <a:solidFill>
                  <a:srgbClr val="7E776B"/>
                </a:solidFill>
                <a:latin typeface="Malgun Gothic"/>
                <a:ea typeface="Malgun Gothic"/>
                <a:cs typeface="Malgun Gothic"/>
              </a:rPr>
              <a:t>사회면 · 1933</a:t>
            </a:r>
          </a:p>
        </p:txBody>
      </p:sp>
      <p:sp>
        <p:nvSpPr>
          <p:cNvPr id="143" name="Text 143"/>
          <p:cNvSpPr txBox="1"/>
          <p:nvPr/>
        </p:nvSpPr>
        <p:spPr>
          <a:xfrm>
            <a:off x="2487168" y="2596896"/>
            <a:ext cx="30175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소문과 오보가 사건 인식에 미친 영향</a:t>
            </a:r>
          </a:p>
        </p:txBody>
      </p:sp>
      <p:sp>
        <p:nvSpPr>
          <p:cNvPr id="144" name="Text 144"/>
          <p:cNvSpPr txBox="1"/>
          <p:nvPr/>
        </p:nvSpPr>
        <p:spPr>
          <a:xfrm>
            <a:off x="5733288" y="2596896"/>
            <a:ext cx="27889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당시 보도를 비판적으로 읽는 경험</a:t>
            </a:r>
          </a:p>
        </p:txBody>
      </p:sp>
      <p:sp>
        <p:nvSpPr>
          <p:cNvPr id="145" name="Row 145"/>
          <p:cNvSpPr/>
          <p:nvPr/>
        </p:nvSpPr>
        <p:spPr>
          <a:xfrm>
            <a:off x="548640" y="3063240"/>
            <a:ext cx="8046720" cy="411480"/>
          </a:xfrm>
          <a:prstGeom prst="rect">
            <a:avLst/>
          </a:prstGeom>
          <a:solidFill>
            <a:srgbClr val="E7DDCA"/>
          </a:solidFill>
          <a:ln>
            <a:noFill/>
          </a:ln>
        </p:spPr>
        <p:txBody>
          <a:bodyPr/>
          <a:lstStyle/>
          <a:p>
            <a:endParaRPr>
              <a:latin typeface="Malgun Gothic"/>
              <a:ea typeface="Malgun Gothic"/>
              <a:cs typeface="Malgun Gothic"/>
            </a:endParaRPr>
          </a:p>
        </p:txBody>
      </p:sp>
      <p:sp>
        <p:nvSpPr>
          <p:cNvPr id="146" name="Text 146"/>
          <p:cNvSpPr txBox="1"/>
          <p:nvPr/>
        </p:nvSpPr>
        <p:spPr>
          <a:xfrm>
            <a:off x="658368" y="3099816"/>
            <a:ext cx="169164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부산 마리아 사건</a:t>
            </a:r>
          </a:p>
        </p:txBody>
      </p:sp>
      <p:sp>
        <p:nvSpPr>
          <p:cNvPr id="147" name="Text 147"/>
          <p:cNvSpPr txBox="1"/>
          <p:nvPr/>
        </p:nvSpPr>
        <p:spPr>
          <a:xfrm>
            <a:off x="658368" y="3291840"/>
            <a:ext cx="1691640" cy="164592"/>
          </a:xfrm>
          <a:prstGeom prst="rect">
            <a:avLst/>
          </a:prstGeom>
          <a:noFill/>
        </p:spPr>
        <p:txBody>
          <a:bodyPr wrap="square" lIns="0" tIns="0" rIns="0" bIns="0" rtlCol="0" anchor="t">
            <a:noAutofit/>
          </a:bodyPr>
          <a:lstStyle/>
          <a:p>
            <a:pPr marL="0" indent="0" algn="l">
              <a:lnSpc>
                <a:spcPct val="120000"/>
              </a:lnSpc>
              <a:spcAft>
                <a:spcPts val="0"/>
              </a:spcAft>
              <a:buNone/>
            </a:pPr>
            <a:r>
              <a:rPr lang="ko-KR" sz="900" b="0" i="0" dirty="0">
                <a:solidFill>
                  <a:srgbClr val="7E776B"/>
                </a:solidFill>
                <a:latin typeface="Malgun Gothic"/>
                <a:ea typeface="Malgun Gothic"/>
                <a:cs typeface="Malgun Gothic"/>
              </a:rPr>
              <a:t>사회면 · 1931</a:t>
            </a:r>
          </a:p>
        </p:txBody>
      </p:sp>
      <p:sp>
        <p:nvSpPr>
          <p:cNvPr id="148" name="Text 148"/>
          <p:cNvSpPr txBox="1"/>
          <p:nvPr/>
        </p:nvSpPr>
        <p:spPr>
          <a:xfrm>
            <a:off x="2487168" y="3063240"/>
            <a:ext cx="30175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여러 보도와 증언을 따라가는 기록의 흐름</a:t>
            </a:r>
          </a:p>
        </p:txBody>
      </p:sp>
      <p:sp>
        <p:nvSpPr>
          <p:cNvPr id="149" name="Text 149"/>
          <p:cNvSpPr txBox="1"/>
          <p:nvPr/>
        </p:nvSpPr>
        <p:spPr>
          <a:xfrm>
            <a:off x="5733288" y="3063240"/>
            <a:ext cx="27889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사실·추정·미해결의 차이를 생각하는 경험</a:t>
            </a:r>
          </a:p>
        </p:txBody>
      </p:sp>
      <p:sp>
        <p:nvSpPr>
          <p:cNvPr id="150" name="Row 150"/>
          <p:cNvSpPr/>
          <p:nvPr/>
        </p:nvSpPr>
        <p:spPr>
          <a:xfrm>
            <a:off x="548640" y="3529584"/>
            <a:ext cx="8046720" cy="411480"/>
          </a:xfrm>
          <a:prstGeom prst="rect">
            <a:avLst/>
          </a:prstGeom>
          <a:solidFill>
            <a:srgbClr val="E7DDCA"/>
          </a:solidFill>
          <a:ln>
            <a:noFill/>
          </a:ln>
        </p:spPr>
        <p:txBody>
          <a:bodyPr/>
          <a:lstStyle/>
          <a:p>
            <a:endParaRPr>
              <a:latin typeface="Malgun Gothic"/>
              <a:ea typeface="Malgun Gothic"/>
              <a:cs typeface="Malgun Gothic"/>
            </a:endParaRPr>
          </a:p>
        </p:txBody>
      </p:sp>
      <p:sp>
        <p:nvSpPr>
          <p:cNvPr id="151" name="Text 151"/>
          <p:cNvSpPr txBox="1"/>
          <p:nvPr/>
        </p:nvSpPr>
        <p:spPr>
          <a:xfrm>
            <a:off x="658368" y="3566160"/>
            <a:ext cx="169164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손기정 일장기 말소</a:t>
            </a:r>
          </a:p>
        </p:txBody>
      </p:sp>
      <p:sp>
        <p:nvSpPr>
          <p:cNvPr id="152" name="Text 152"/>
          <p:cNvSpPr txBox="1"/>
          <p:nvPr/>
        </p:nvSpPr>
        <p:spPr>
          <a:xfrm>
            <a:off x="658368" y="3758184"/>
            <a:ext cx="1691640" cy="164592"/>
          </a:xfrm>
          <a:prstGeom prst="rect">
            <a:avLst/>
          </a:prstGeom>
          <a:noFill/>
        </p:spPr>
        <p:txBody>
          <a:bodyPr wrap="square" lIns="0" tIns="0" rIns="0" bIns="0" rtlCol="0" anchor="t">
            <a:noAutofit/>
          </a:bodyPr>
          <a:lstStyle/>
          <a:p>
            <a:pPr marL="0" indent="0" algn="l">
              <a:lnSpc>
                <a:spcPct val="120000"/>
              </a:lnSpc>
              <a:spcAft>
                <a:spcPts val="0"/>
              </a:spcAft>
              <a:buNone/>
            </a:pPr>
            <a:r>
              <a:rPr lang="ko-KR" sz="900" b="0" i="0" dirty="0">
                <a:solidFill>
                  <a:srgbClr val="7E776B"/>
                </a:solidFill>
                <a:latin typeface="Malgun Gothic"/>
                <a:ea typeface="Malgun Gothic"/>
                <a:cs typeface="Malgun Gothic"/>
              </a:rPr>
              <a:t>문화예술면 · 1936</a:t>
            </a:r>
          </a:p>
        </p:txBody>
      </p:sp>
      <p:sp>
        <p:nvSpPr>
          <p:cNvPr id="153" name="Text 153"/>
          <p:cNvSpPr txBox="1"/>
          <p:nvPr/>
        </p:nvSpPr>
        <p:spPr>
          <a:xfrm>
            <a:off x="2487168" y="3529584"/>
            <a:ext cx="30175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신문 한 장이 지닌 역사적·언론적 의미</a:t>
            </a:r>
          </a:p>
        </p:txBody>
      </p:sp>
      <p:sp>
        <p:nvSpPr>
          <p:cNvPr id="154" name="Text 154"/>
          <p:cNvSpPr txBox="1"/>
          <p:nvPr/>
        </p:nvSpPr>
        <p:spPr>
          <a:xfrm>
            <a:off x="5733288" y="3529584"/>
            <a:ext cx="27889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보도와 시대적 맥락을 함께 이해</a:t>
            </a:r>
          </a:p>
        </p:txBody>
      </p:sp>
      <p:sp>
        <p:nvSpPr>
          <p:cNvPr id="155" name="Row 155"/>
          <p:cNvSpPr/>
          <p:nvPr/>
        </p:nvSpPr>
        <p:spPr>
          <a:xfrm>
            <a:off x="548640" y="3995928"/>
            <a:ext cx="8046720" cy="411480"/>
          </a:xfrm>
          <a:prstGeom prst="rect">
            <a:avLst/>
          </a:prstGeom>
          <a:solidFill>
            <a:srgbClr val="E7DDCA"/>
          </a:solidFill>
          <a:ln>
            <a:noFill/>
          </a:ln>
        </p:spPr>
        <p:txBody>
          <a:bodyPr/>
          <a:lstStyle/>
          <a:p>
            <a:endParaRPr>
              <a:latin typeface="Malgun Gothic"/>
              <a:ea typeface="Malgun Gothic"/>
              <a:cs typeface="Malgun Gothic"/>
            </a:endParaRPr>
          </a:p>
        </p:txBody>
      </p:sp>
      <p:sp>
        <p:nvSpPr>
          <p:cNvPr id="156" name="Text 156"/>
          <p:cNvSpPr txBox="1"/>
          <p:nvPr/>
        </p:nvSpPr>
        <p:spPr>
          <a:xfrm>
            <a:off x="658368" y="4032504"/>
            <a:ext cx="169164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백백교 사건</a:t>
            </a:r>
          </a:p>
        </p:txBody>
      </p:sp>
      <p:sp>
        <p:nvSpPr>
          <p:cNvPr id="157" name="Text 157"/>
          <p:cNvSpPr txBox="1"/>
          <p:nvPr/>
        </p:nvSpPr>
        <p:spPr>
          <a:xfrm>
            <a:off x="658368" y="4224528"/>
            <a:ext cx="1691640" cy="164592"/>
          </a:xfrm>
          <a:prstGeom prst="rect">
            <a:avLst/>
          </a:prstGeom>
          <a:noFill/>
        </p:spPr>
        <p:txBody>
          <a:bodyPr wrap="square" lIns="0" tIns="0" rIns="0" bIns="0" rtlCol="0" anchor="t">
            <a:noAutofit/>
          </a:bodyPr>
          <a:lstStyle/>
          <a:p>
            <a:pPr marL="0" indent="0" algn="l">
              <a:lnSpc>
                <a:spcPct val="120000"/>
              </a:lnSpc>
              <a:spcAft>
                <a:spcPts val="0"/>
              </a:spcAft>
              <a:buNone/>
            </a:pPr>
            <a:r>
              <a:rPr lang="ko-KR" sz="900" b="0" i="0" dirty="0">
                <a:solidFill>
                  <a:srgbClr val="7E776B"/>
                </a:solidFill>
                <a:latin typeface="Malgun Gothic"/>
                <a:ea typeface="Malgun Gothic"/>
                <a:cs typeface="Malgun Gothic"/>
              </a:rPr>
              <a:t>경제면 · 1937</a:t>
            </a:r>
          </a:p>
        </p:txBody>
      </p:sp>
      <p:sp>
        <p:nvSpPr>
          <p:cNvPr id="158" name="Text 158"/>
          <p:cNvSpPr txBox="1"/>
          <p:nvPr/>
        </p:nvSpPr>
        <p:spPr>
          <a:xfrm>
            <a:off x="2487168" y="3995928"/>
            <a:ext cx="30175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집단적 믿음과 사회적 영향</a:t>
            </a:r>
          </a:p>
        </p:txBody>
      </p:sp>
      <p:sp>
        <p:nvSpPr>
          <p:cNvPr id="159" name="Text 159"/>
          <p:cNvSpPr txBox="1"/>
          <p:nvPr/>
        </p:nvSpPr>
        <p:spPr>
          <a:xfrm>
            <a:off x="5733288" y="3995928"/>
            <a:ext cx="2788920" cy="411480"/>
          </a:xfrm>
          <a:prstGeom prst="rect">
            <a:avLst/>
          </a:prstGeom>
          <a:noFill/>
        </p:spPr>
        <p:txBody>
          <a:bodyPr wrap="square" lIns="0" tIns="0" rIns="0" bIns="0" rtlCol="0" anchor="ctr">
            <a:noAutofit/>
          </a:bodyPr>
          <a:lstStyle/>
          <a:p>
            <a:pPr marL="0" indent="0" algn="l">
              <a:lnSpc>
                <a:spcPct val="112000"/>
              </a:lnSpc>
              <a:spcAft>
                <a:spcPts val="0"/>
              </a:spcAft>
              <a:buNone/>
            </a:pPr>
            <a:r>
              <a:rPr lang="ko-KR" sz="1050" b="0" i="0" dirty="0">
                <a:solidFill>
                  <a:srgbClr val="3B3934"/>
                </a:solidFill>
                <a:latin typeface="Malgun Gothic"/>
                <a:ea typeface="Malgun Gothic"/>
                <a:cs typeface="Malgun Gothic"/>
              </a:rPr>
              <a:t>당시 사회의 분위기와 정보 환경을 보는 경험</a:t>
            </a:r>
          </a:p>
        </p:txBody>
      </p:sp>
      <p:sp>
        <p:nvSpPr>
          <p:cNvPr id="160" name="Text 160"/>
          <p:cNvSpPr txBox="1"/>
          <p:nvPr/>
        </p:nvSpPr>
        <p:spPr>
          <a:xfrm>
            <a:off x="548640" y="4480560"/>
            <a:ext cx="804672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7E776B"/>
                </a:solidFill>
                <a:latin typeface="Malgun Gothic"/>
                <a:ea typeface="Malgun Gothic"/>
                <a:cs typeface="Malgun Gothic"/>
              </a:rPr>
              <a:t>피해자의 얼굴·시신·피 표현 없이 다룰 수 있는 사건만 골랐습니다</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9</a:t>
            </a:fld>
            <a:endParaRPr lang="en-US">
              <a:latin typeface="Malgun Gothic"/>
              <a:ea typeface="Malgun Gothic"/>
              <a:cs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03  주요 기능 및 지면 구성 · 사건 본편</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사건 본편 구성</a:t>
            </a:r>
            <a:endParaRPr lang="en-US" sz="2500" dirty="0">
              <a:latin typeface="Batang"/>
              <a:ea typeface="Batang"/>
              <a:cs typeface="Batang"/>
            </a:endParaRPr>
          </a:p>
        </p:txBody>
      </p:sp>
      <p:sp>
        <p:nvSpPr>
          <p:cNvPr id="101" name="Flow 101"/>
          <p:cNvSpPr/>
          <p:nvPr/>
        </p:nvSpPr>
        <p:spPr>
          <a:xfrm>
            <a:off x="548640" y="1261872"/>
            <a:ext cx="1521562" cy="420624"/>
          </a:xfrm>
          <a:prstGeom prst="rect">
            <a:avLst/>
          </a:prstGeom>
          <a:solidFill>
            <a:srgbClr val="161616"/>
          </a:solidFill>
          <a:ln>
            <a:noFill/>
          </a:ln>
        </p:spPr>
        <p:txBody>
          <a:bodyPr/>
          <a:lstStyle/>
          <a:p>
            <a:endParaRPr>
              <a:latin typeface="Malgun Gothic"/>
              <a:ea typeface="Malgun Gothic"/>
              <a:cs typeface="Malgun Gothic"/>
            </a:endParaRPr>
          </a:p>
        </p:txBody>
      </p:sp>
      <p:sp>
        <p:nvSpPr>
          <p:cNvPr id="102" name="Text 102"/>
          <p:cNvSpPr txBox="1"/>
          <p:nvPr/>
        </p:nvSpPr>
        <p:spPr>
          <a:xfrm>
            <a:off x="548640" y="1261872"/>
            <a:ext cx="1521562" cy="420624"/>
          </a:xfrm>
          <a:prstGeom prst="rect">
            <a:avLst/>
          </a:prstGeom>
          <a:noFill/>
        </p:spPr>
        <p:txBody>
          <a:bodyPr wrap="square" lIns="0" tIns="0" rIns="0" bIns="0" rtlCol="0" anchor="ctr">
            <a:noAutofit/>
          </a:bodyPr>
          <a:lstStyle/>
          <a:p>
            <a:pPr marL="0" indent="0" algn="ctr">
              <a:lnSpc>
                <a:spcPct val="105000"/>
              </a:lnSpc>
              <a:spcAft>
                <a:spcPts val="0"/>
              </a:spcAft>
              <a:buNone/>
            </a:pPr>
            <a:r>
              <a:rPr lang="ko-KR" sz="1050" b="1" i="0" dirty="0">
                <a:solidFill>
                  <a:srgbClr val="FFFFFF"/>
                </a:solidFill>
                <a:latin typeface="Malgun Gothic"/>
                <a:ea typeface="Malgun Gothic"/>
                <a:cs typeface="Malgun Gothic"/>
              </a:rPr>
              <a:t>사건 요지 · 물음</a:t>
            </a:r>
          </a:p>
        </p:txBody>
      </p:sp>
      <p:sp>
        <p:nvSpPr>
          <p:cNvPr id="103" name="Flow 103"/>
          <p:cNvSpPr/>
          <p:nvPr/>
        </p:nvSpPr>
        <p:spPr>
          <a:xfrm>
            <a:off x="2179930" y="1261872"/>
            <a:ext cx="1521562" cy="420624"/>
          </a:xfrm>
          <a:prstGeom prst="rect">
            <a:avLst/>
          </a:prstGeom>
          <a:solidFill>
            <a:srgbClr val="161616"/>
          </a:solidFill>
          <a:ln>
            <a:noFill/>
          </a:ln>
        </p:spPr>
        <p:txBody>
          <a:bodyPr/>
          <a:lstStyle/>
          <a:p>
            <a:endParaRPr>
              <a:latin typeface="Malgun Gothic"/>
              <a:ea typeface="Malgun Gothic"/>
              <a:cs typeface="Malgun Gothic"/>
            </a:endParaRPr>
          </a:p>
        </p:txBody>
      </p:sp>
      <p:sp>
        <p:nvSpPr>
          <p:cNvPr id="104" name="Text 104"/>
          <p:cNvSpPr txBox="1"/>
          <p:nvPr/>
        </p:nvSpPr>
        <p:spPr>
          <a:xfrm>
            <a:off x="2179930" y="1261872"/>
            <a:ext cx="1521562" cy="420624"/>
          </a:xfrm>
          <a:prstGeom prst="rect">
            <a:avLst/>
          </a:prstGeom>
          <a:noFill/>
        </p:spPr>
        <p:txBody>
          <a:bodyPr wrap="square" lIns="0" tIns="0" rIns="0" bIns="0" rtlCol="0" anchor="ctr">
            <a:noAutofit/>
          </a:bodyPr>
          <a:lstStyle/>
          <a:p>
            <a:pPr marL="0" indent="0" algn="ctr">
              <a:lnSpc>
                <a:spcPct val="105000"/>
              </a:lnSpc>
              <a:spcAft>
                <a:spcPts val="0"/>
              </a:spcAft>
              <a:buNone/>
            </a:pPr>
            <a:r>
              <a:rPr lang="ko-KR" sz="1050" b="1" i="0" dirty="0">
                <a:solidFill>
                  <a:srgbClr val="FFFFFF"/>
                </a:solidFill>
                <a:latin typeface="Malgun Gothic"/>
                <a:ea typeface="Malgun Gothic"/>
                <a:cs typeface="Malgun Gothic"/>
              </a:rPr>
              <a:t>장마다 장면과 장치</a:t>
            </a:r>
          </a:p>
        </p:txBody>
      </p:sp>
      <p:sp>
        <p:nvSpPr>
          <p:cNvPr id="105" name="Flow 105"/>
          <p:cNvSpPr/>
          <p:nvPr/>
        </p:nvSpPr>
        <p:spPr>
          <a:xfrm>
            <a:off x="3811219" y="1261872"/>
            <a:ext cx="1521562" cy="420624"/>
          </a:xfrm>
          <a:prstGeom prst="rect">
            <a:avLst/>
          </a:prstGeom>
          <a:solidFill>
            <a:srgbClr val="161616"/>
          </a:solidFill>
          <a:ln>
            <a:noFill/>
          </a:ln>
        </p:spPr>
        <p:txBody>
          <a:bodyPr/>
          <a:lstStyle/>
          <a:p>
            <a:endParaRPr>
              <a:latin typeface="Malgun Gothic"/>
              <a:ea typeface="Malgun Gothic"/>
              <a:cs typeface="Malgun Gothic"/>
            </a:endParaRPr>
          </a:p>
        </p:txBody>
      </p:sp>
      <p:sp>
        <p:nvSpPr>
          <p:cNvPr id="106" name="Text 106"/>
          <p:cNvSpPr txBox="1"/>
          <p:nvPr/>
        </p:nvSpPr>
        <p:spPr>
          <a:xfrm>
            <a:off x="3811219" y="1261872"/>
            <a:ext cx="1521562" cy="420624"/>
          </a:xfrm>
          <a:prstGeom prst="rect">
            <a:avLst/>
          </a:prstGeom>
          <a:noFill/>
        </p:spPr>
        <p:txBody>
          <a:bodyPr wrap="square" lIns="0" tIns="0" rIns="0" bIns="0" rtlCol="0" anchor="ctr">
            <a:noAutofit/>
          </a:bodyPr>
          <a:lstStyle/>
          <a:p>
            <a:pPr marL="0" indent="0" algn="ctr">
              <a:lnSpc>
                <a:spcPct val="105000"/>
              </a:lnSpc>
              <a:spcAft>
                <a:spcPts val="0"/>
              </a:spcAft>
              <a:buNone/>
            </a:pPr>
            <a:r>
              <a:rPr lang="ko-KR" sz="1050" b="1" i="0" dirty="0">
                <a:solidFill>
                  <a:srgbClr val="FFFFFF"/>
                </a:solidFill>
                <a:latin typeface="Malgun Gothic"/>
                <a:ea typeface="Malgun Gothic"/>
                <a:cs typeface="Malgun Gothic"/>
              </a:rPr>
              <a:t>라디오</a:t>
            </a:r>
          </a:p>
        </p:txBody>
      </p:sp>
      <p:sp>
        <p:nvSpPr>
          <p:cNvPr id="107" name="Flow 107"/>
          <p:cNvSpPr/>
          <p:nvPr/>
        </p:nvSpPr>
        <p:spPr>
          <a:xfrm>
            <a:off x="5442509" y="1261872"/>
            <a:ext cx="1521562" cy="420624"/>
          </a:xfrm>
          <a:prstGeom prst="rect">
            <a:avLst/>
          </a:prstGeom>
          <a:solidFill>
            <a:srgbClr val="161616"/>
          </a:solidFill>
          <a:ln>
            <a:noFill/>
          </a:ln>
        </p:spPr>
        <p:txBody>
          <a:bodyPr/>
          <a:lstStyle/>
          <a:p>
            <a:endParaRPr>
              <a:latin typeface="Malgun Gothic"/>
              <a:ea typeface="Malgun Gothic"/>
              <a:cs typeface="Malgun Gothic"/>
            </a:endParaRPr>
          </a:p>
        </p:txBody>
      </p:sp>
      <p:sp>
        <p:nvSpPr>
          <p:cNvPr id="108" name="Text 108"/>
          <p:cNvSpPr txBox="1"/>
          <p:nvPr/>
        </p:nvSpPr>
        <p:spPr>
          <a:xfrm>
            <a:off x="5442509" y="1261872"/>
            <a:ext cx="1521562" cy="420624"/>
          </a:xfrm>
          <a:prstGeom prst="rect">
            <a:avLst/>
          </a:prstGeom>
          <a:noFill/>
        </p:spPr>
        <p:txBody>
          <a:bodyPr wrap="square" lIns="0" tIns="0" rIns="0" bIns="0" rtlCol="0" anchor="ctr">
            <a:noAutofit/>
          </a:bodyPr>
          <a:lstStyle/>
          <a:p>
            <a:pPr marL="0" indent="0" algn="ctr">
              <a:lnSpc>
                <a:spcPct val="105000"/>
              </a:lnSpc>
              <a:spcAft>
                <a:spcPts val="0"/>
              </a:spcAft>
              <a:buNone/>
            </a:pPr>
            <a:r>
              <a:rPr lang="ko-KR" sz="1050" b="1" i="0" dirty="0">
                <a:solidFill>
                  <a:srgbClr val="FFFFFF"/>
                </a:solidFill>
                <a:latin typeface="Malgun Gothic"/>
                <a:ea typeface="Malgun Gothic"/>
                <a:cs typeface="Malgun Gothic"/>
              </a:rPr>
              <a:t>그 자리, 오늘</a:t>
            </a:r>
          </a:p>
        </p:txBody>
      </p:sp>
      <p:sp>
        <p:nvSpPr>
          <p:cNvPr id="109" name="Flow 109"/>
          <p:cNvSpPr/>
          <p:nvPr/>
        </p:nvSpPr>
        <p:spPr>
          <a:xfrm>
            <a:off x="7073798" y="1261872"/>
            <a:ext cx="1521562" cy="420624"/>
          </a:xfrm>
          <a:prstGeom prst="rect">
            <a:avLst/>
          </a:prstGeom>
          <a:solidFill>
            <a:srgbClr val="161616"/>
          </a:solidFill>
          <a:ln>
            <a:noFill/>
          </a:ln>
        </p:spPr>
        <p:txBody>
          <a:bodyPr/>
          <a:lstStyle/>
          <a:p>
            <a:endParaRPr>
              <a:latin typeface="Malgun Gothic"/>
              <a:ea typeface="Malgun Gothic"/>
              <a:cs typeface="Malgun Gothic"/>
            </a:endParaRPr>
          </a:p>
        </p:txBody>
      </p:sp>
      <p:sp>
        <p:nvSpPr>
          <p:cNvPr id="110" name="Text 110"/>
          <p:cNvSpPr txBox="1"/>
          <p:nvPr/>
        </p:nvSpPr>
        <p:spPr>
          <a:xfrm>
            <a:off x="7073798" y="1261872"/>
            <a:ext cx="1521562" cy="420624"/>
          </a:xfrm>
          <a:prstGeom prst="rect">
            <a:avLst/>
          </a:prstGeom>
          <a:noFill/>
        </p:spPr>
        <p:txBody>
          <a:bodyPr wrap="square" lIns="0" tIns="0" rIns="0" bIns="0" rtlCol="0" anchor="ctr">
            <a:noAutofit/>
          </a:bodyPr>
          <a:lstStyle/>
          <a:p>
            <a:pPr marL="0" indent="0" algn="ctr">
              <a:lnSpc>
                <a:spcPct val="105000"/>
              </a:lnSpc>
              <a:spcAft>
                <a:spcPts val="0"/>
              </a:spcAft>
              <a:buNone/>
            </a:pPr>
            <a:r>
              <a:rPr lang="ko-KR" sz="1050" b="1" i="0" dirty="0">
                <a:solidFill>
                  <a:srgbClr val="FFFFFF"/>
                </a:solidFill>
                <a:latin typeface="Malgun Gothic"/>
                <a:ea typeface="Malgun Gothic"/>
                <a:cs typeface="Malgun Gothic"/>
              </a:rPr>
              <a:t>출처</a:t>
            </a:r>
          </a:p>
        </p:txBody>
      </p:sp>
      <p:sp>
        <p:nvSpPr>
          <p:cNvPr id="111" name="Text 111"/>
          <p:cNvSpPr txBox="1"/>
          <p:nvPr/>
        </p:nvSpPr>
        <p:spPr>
          <a:xfrm>
            <a:off x="548640" y="1828800"/>
            <a:ext cx="457200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1" i="0" spc="200" dirty="0">
                <a:solidFill>
                  <a:srgbClr val="2E4A7D"/>
                </a:solidFill>
                <a:latin typeface="Malgun Gothic"/>
                <a:ea typeface="Malgun Gothic"/>
                <a:cs typeface="Malgun Gothic"/>
              </a:rPr>
              <a:t>서브페이지 핵심 요소</a:t>
            </a:r>
          </a:p>
        </p:txBody>
      </p:sp>
      <p:sp>
        <p:nvSpPr>
          <p:cNvPr id="112" name="Core element 112"/>
          <p:cNvSpPr/>
          <p:nvPr/>
        </p:nvSpPr>
        <p:spPr>
          <a:xfrm>
            <a:off x="548640" y="2057400"/>
            <a:ext cx="2560320" cy="1280160"/>
          </a:xfrm>
          <a:prstGeom prst="rect">
            <a:avLst/>
          </a:prstGeom>
          <a:solidFill>
            <a:srgbClr val="2E4A7D"/>
          </a:solidFill>
          <a:ln>
            <a:noFill/>
          </a:ln>
        </p:spPr>
        <p:txBody>
          <a:bodyPr/>
          <a:lstStyle/>
          <a:p>
            <a:endParaRPr>
              <a:latin typeface="Malgun Gothic"/>
              <a:ea typeface="Malgun Gothic"/>
              <a:cs typeface="Malgun Gothic"/>
            </a:endParaRPr>
          </a:p>
        </p:txBody>
      </p:sp>
      <p:sp>
        <p:nvSpPr>
          <p:cNvPr id="113" name="Text 113"/>
          <p:cNvSpPr txBox="1"/>
          <p:nvPr/>
        </p:nvSpPr>
        <p:spPr>
          <a:xfrm>
            <a:off x="731520" y="2176272"/>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350" b="1" i="0" dirty="0">
                <a:solidFill>
                  <a:srgbClr val="FFFFFF"/>
                </a:solidFill>
                <a:latin typeface="Malgun Gothic"/>
                <a:ea typeface="Malgun Gothic"/>
                <a:cs typeface="Malgun Gothic"/>
              </a:rPr>
              <a:t>원문 ↔ 현대어</a:t>
            </a:r>
          </a:p>
        </p:txBody>
      </p:sp>
      <p:sp>
        <p:nvSpPr>
          <p:cNvPr id="114" name="Text 114"/>
          <p:cNvSpPr txBox="1"/>
          <p:nvPr/>
        </p:nvSpPr>
        <p:spPr>
          <a:xfrm>
            <a:off x="731520" y="2560320"/>
            <a:ext cx="2194560" cy="73152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DCE4F3"/>
                </a:solidFill>
                <a:latin typeface="Malgun Gothic"/>
                <a:ea typeface="Malgun Gothic"/>
                <a:cs typeface="Malgun Gothic"/>
              </a:rPr>
              <a:t>옛 지면이 기본, 누르면 현대어로 바뀌어 한자에 막히지 않고 읽습니다</a:t>
            </a:r>
          </a:p>
        </p:txBody>
      </p:sp>
      <p:sp>
        <p:nvSpPr>
          <p:cNvPr id="115" name="Core element 115"/>
          <p:cNvSpPr/>
          <p:nvPr/>
        </p:nvSpPr>
        <p:spPr>
          <a:xfrm>
            <a:off x="3291840" y="2057400"/>
            <a:ext cx="2560320" cy="1280160"/>
          </a:xfrm>
          <a:prstGeom prst="rect">
            <a:avLst/>
          </a:prstGeom>
          <a:solidFill>
            <a:srgbClr val="2E4A7D"/>
          </a:solidFill>
          <a:ln>
            <a:noFill/>
          </a:ln>
        </p:spPr>
        <p:txBody>
          <a:bodyPr/>
          <a:lstStyle/>
          <a:p>
            <a:endParaRPr>
              <a:latin typeface="Malgun Gothic"/>
              <a:ea typeface="Malgun Gothic"/>
              <a:cs typeface="Malgun Gothic"/>
            </a:endParaRPr>
          </a:p>
        </p:txBody>
      </p:sp>
      <p:sp>
        <p:nvSpPr>
          <p:cNvPr id="116" name="Text 116"/>
          <p:cNvSpPr txBox="1"/>
          <p:nvPr/>
        </p:nvSpPr>
        <p:spPr>
          <a:xfrm>
            <a:off x="3474720" y="2176272"/>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350" b="1" i="0" dirty="0">
                <a:solidFill>
                  <a:srgbClr val="FFFFFF"/>
                </a:solidFill>
                <a:latin typeface="Malgun Gothic"/>
                <a:ea typeface="Malgun Gothic"/>
                <a:cs typeface="Malgun Gothic"/>
              </a:rPr>
              <a:t>요약해서 보기</a:t>
            </a:r>
          </a:p>
        </p:txBody>
      </p:sp>
      <p:sp>
        <p:nvSpPr>
          <p:cNvPr id="117" name="Text 117"/>
          <p:cNvSpPr txBox="1"/>
          <p:nvPr/>
        </p:nvSpPr>
        <p:spPr>
          <a:xfrm>
            <a:off x="3474720" y="2560320"/>
            <a:ext cx="2194560" cy="73152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DCE4F3"/>
                </a:solidFill>
                <a:latin typeface="Malgun Gothic"/>
                <a:ea typeface="Malgun Gothic"/>
                <a:cs typeface="Malgun Gothic"/>
              </a:rPr>
              <a:t>긴 기사를 핵심만 간추려 사건의 흐름을 먼저 잡습니다</a:t>
            </a:r>
          </a:p>
        </p:txBody>
      </p:sp>
      <p:sp>
        <p:nvSpPr>
          <p:cNvPr id="118" name="Core element 118"/>
          <p:cNvSpPr/>
          <p:nvPr/>
        </p:nvSpPr>
        <p:spPr>
          <a:xfrm>
            <a:off x="6035040" y="2057400"/>
            <a:ext cx="2560320" cy="1280160"/>
          </a:xfrm>
          <a:prstGeom prst="rect">
            <a:avLst/>
          </a:prstGeom>
          <a:solidFill>
            <a:srgbClr val="2E4A7D"/>
          </a:solidFill>
          <a:ln>
            <a:noFill/>
          </a:ln>
        </p:spPr>
        <p:txBody>
          <a:bodyPr/>
          <a:lstStyle/>
          <a:p>
            <a:endParaRPr>
              <a:latin typeface="Malgun Gothic"/>
              <a:ea typeface="Malgun Gothic"/>
              <a:cs typeface="Malgun Gothic"/>
            </a:endParaRPr>
          </a:p>
        </p:txBody>
      </p:sp>
      <p:sp>
        <p:nvSpPr>
          <p:cNvPr id="119" name="Text 119"/>
          <p:cNvSpPr txBox="1"/>
          <p:nvPr/>
        </p:nvSpPr>
        <p:spPr>
          <a:xfrm>
            <a:off x="6217920" y="2176272"/>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350" b="1" i="0" dirty="0">
                <a:solidFill>
                  <a:srgbClr val="FFFFFF"/>
                </a:solidFill>
                <a:latin typeface="Malgun Gothic"/>
                <a:ea typeface="Malgun Gothic"/>
                <a:cs typeface="Malgun Gothic"/>
              </a:rPr>
              <a:t>그때와 지금 장소 비교</a:t>
            </a:r>
          </a:p>
        </p:txBody>
      </p:sp>
      <p:sp>
        <p:nvSpPr>
          <p:cNvPr id="120" name="Text 120"/>
          <p:cNvSpPr txBox="1"/>
          <p:nvPr/>
        </p:nvSpPr>
        <p:spPr>
          <a:xfrm>
            <a:off x="6217920" y="2560320"/>
            <a:ext cx="2194560" cy="73152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DCE4F3"/>
                </a:solidFill>
                <a:latin typeface="Malgun Gothic"/>
                <a:ea typeface="Malgun Gothic"/>
                <a:cs typeface="Malgun Gothic"/>
              </a:rPr>
              <a:t>그 시대의 장소와 오늘의 같은 장소를 나란히 비교합니다</a:t>
            </a:r>
          </a:p>
        </p:txBody>
      </p:sp>
      <p:sp>
        <p:nvSpPr>
          <p:cNvPr id="121" name="Common element 121"/>
          <p:cNvSpPr/>
          <p:nvPr/>
        </p:nvSpPr>
        <p:spPr>
          <a:xfrm>
            <a:off x="548640" y="3493008"/>
            <a:ext cx="2560320" cy="822960"/>
          </a:xfrm>
          <a:prstGeom prst="rect">
            <a:avLst/>
          </a:prstGeom>
          <a:solidFill>
            <a:srgbClr val="E7DDCA"/>
          </a:solidFill>
          <a:ln>
            <a:noFill/>
          </a:ln>
        </p:spPr>
        <p:txBody>
          <a:bodyPr/>
          <a:lstStyle/>
          <a:p>
            <a:endParaRPr>
              <a:latin typeface="Malgun Gothic"/>
              <a:ea typeface="Malgun Gothic"/>
              <a:cs typeface="Malgun Gothic"/>
            </a:endParaRPr>
          </a:p>
        </p:txBody>
      </p:sp>
      <p:sp>
        <p:nvSpPr>
          <p:cNvPr id="122" name="Text 122"/>
          <p:cNvSpPr txBox="1"/>
          <p:nvPr/>
        </p:nvSpPr>
        <p:spPr>
          <a:xfrm>
            <a:off x="731520" y="3566160"/>
            <a:ext cx="2194560" cy="219456"/>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취재 도장</a:t>
            </a:r>
          </a:p>
        </p:txBody>
      </p:sp>
      <p:sp>
        <p:nvSpPr>
          <p:cNvPr id="123" name="Text 123"/>
          <p:cNvSpPr txBox="1"/>
          <p:nvPr/>
        </p:nvSpPr>
        <p:spPr>
          <a:xfrm>
            <a:off x="731520" y="3803904"/>
            <a:ext cx="2194560" cy="457200"/>
          </a:xfrm>
          <a:prstGeom prst="rect">
            <a:avLst/>
          </a:prstGeom>
          <a:noFill/>
        </p:spPr>
        <p:txBody>
          <a:bodyPr wrap="square" lIns="0" tIns="0" rIns="0" bIns="0" rtlCol="0" anchor="t">
            <a:noAutofit/>
          </a:bodyPr>
          <a:lstStyle/>
          <a:p>
            <a:pPr marL="0" indent="0" algn="l">
              <a:lnSpc>
                <a:spcPct val="112000"/>
              </a:lnSpc>
              <a:spcAft>
                <a:spcPts val="0"/>
              </a:spcAft>
              <a:buNone/>
            </a:pPr>
            <a:r>
              <a:rPr lang="ko-KR" sz="1000" b="0" i="0" dirty="0">
                <a:solidFill>
                  <a:srgbClr val="7E776B"/>
                </a:solidFill>
                <a:latin typeface="Malgun Gothic"/>
                <a:ea typeface="Malgun Gothic"/>
                <a:cs typeface="Malgun Gothic"/>
              </a:rPr>
              <a:t>장을 넘길 때마다 수첩에 도장이 찍힘</a:t>
            </a:r>
          </a:p>
        </p:txBody>
      </p:sp>
      <p:sp>
        <p:nvSpPr>
          <p:cNvPr id="124" name="Common element 124"/>
          <p:cNvSpPr/>
          <p:nvPr/>
        </p:nvSpPr>
        <p:spPr>
          <a:xfrm>
            <a:off x="3291840" y="3493008"/>
            <a:ext cx="2560320" cy="822960"/>
          </a:xfrm>
          <a:prstGeom prst="rect">
            <a:avLst/>
          </a:prstGeom>
          <a:solidFill>
            <a:srgbClr val="E7DDCA"/>
          </a:solidFill>
          <a:ln>
            <a:noFill/>
          </a:ln>
        </p:spPr>
        <p:txBody>
          <a:bodyPr/>
          <a:lstStyle/>
          <a:p>
            <a:endParaRPr>
              <a:latin typeface="Malgun Gothic"/>
              <a:ea typeface="Malgun Gothic"/>
              <a:cs typeface="Malgun Gothic"/>
            </a:endParaRPr>
          </a:p>
        </p:txBody>
      </p:sp>
      <p:sp>
        <p:nvSpPr>
          <p:cNvPr id="125" name="Text 125"/>
          <p:cNvSpPr txBox="1"/>
          <p:nvPr/>
        </p:nvSpPr>
        <p:spPr>
          <a:xfrm>
            <a:off x="3474720" y="3566160"/>
            <a:ext cx="2194560" cy="219456"/>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호외 카드 · 축음기</a:t>
            </a:r>
          </a:p>
        </p:txBody>
      </p:sp>
      <p:sp>
        <p:nvSpPr>
          <p:cNvPr id="126" name="Text 126"/>
          <p:cNvSpPr txBox="1"/>
          <p:nvPr/>
        </p:nvSpPr>
        <p:spPr>
          <a:xfrm>
            <a:off x="3474720" y="3803904"/>
            <a:ext cx="2194560" cy="457200"/>
          </a:xfrm>
          <a:prstGeom prst="rect">
            <a:avLst/>
          </a:prstGeom>
          <a:noFill/>
        </p:spPr>
        <p:txBody>
          <a:bodyPr wrap="square" lIns="0" tIns="0" rIns="0" bIns="0" rtlCol="0" anchor="t">
            <a:noAutofit/>
          </a:bodyPr>
          <a:lstStyle/>
          <a:p>
            <a:pPr marL="0" indent="0" algn="l">
              <a:lnSpc>
                <a:spcPct val="112000"/>
              </a:lnSpc>
              <a:spcAft>
                <a:spcPts val="0"/>
              </a:spcAft>
              <a:buNone/>
            </a:pPr>
            <a:r>
              <a:rPr lang="ko-KR" sz="1000" b="0" i="0" dirty="0">
                <a:solidFill>
                  <a:srgbClr val="7E776B"/>
                </a:solidFill>
                <a:latin typeface="Malgun Gothic"/>
                <a:ea typeface="Malgun Gothic"/>
                <a:cs typeface="Malgun Gothic"/>
              </a:rPr>
              <a:t>뒷이야기 카드, 사건마다 다른 배경 음악, 다른 사건 이어 읽기</a:t>
            </a:r>
          </a:p>
        </p:txBody>
      </p:sp>
      <p:sp>
        <p:nvSpPr>
          <p:cNvPr id="127" name="Common element 127"/>
          <p:cNvSpPr/>
          <p:nvPr/>
        </p:nvSpPr>
        <p:spPr>
          <a:xfrm>
            <a:off x="6035040" y="3493008"/>
            <a:ext cx="2560320" cy="822960"/>
          </a:xfrm>
          <a:prstGeom prst="rect">
            <a:avLst/>
          </a:prstGeom>
          <a:solidFill>
            <a:srgbClr val="E7DDCA"/>
          </a:solidFill>
          <a:ln>
            <a:noFill/>
          </a:ln>
        </p:spPr>
        <p:txBody>
          <a:bodyPr/>
          <a:lstStyle/>
          <a:p>
            <a:endParaRPr>
              <a:latin typeface="Malgun Gothic"/>
              <a:ea typeface="Malgun Gothic"/>
              <a:cs typeface="Malgun Gothic"/>
            </a:endParaRPr>
          </a:p>
        </p:txBody>
      </p:sp>
      <p:sp>
        <p:nvSpPr>
          <p:cNvPr id="128" name="Text 128"/>
          <p:cNvSpPr txBox="1"/>
          <p:nvPr/>
        </p:nvSpPr>
        <p:spPr>
          <a:xfrm>
            <a:off x="6217920" y="3566160"/>
            <a:ext cx="2194560" cy="219456"/>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1" i="0" dirty="0">
                <a:solidFill>
                  <a:srgbClr val="3B3934"/>
                </a:solidFill>
                <a:latin typeface="Malgun Gothic"/>
                <a:ea typeface="Malgun Gothic"/>
                <a:cs typeface="Malgun Gothic"/>
              </a:rPr>
              <a:t>「재현」「재구성」 표기</a:t>
            </a:r>
          </a:p>
        </p:txBody>
      </p:sp>
      <p:sp>
        <p:nvSpPr>
          <p:cNvPr id="129" name="Text 129"/>
          <p:cNvSpPr txBox="1"/>
          <p:nvPr/>
        </p:nvSpPr>
        <p:spPr>
          <a:xfrm>
            <a:off x="6217920" y="3803904"/>
            <a:ext cx="2194560" cy="457200"/>
          </a:xfrm>
          <a:prstGeom prst="rect">
            <a:avLst/>
          </a:prstGeom>
          <a:noFill/>
        </p:spPr>
        <p:txBody>
          <a:bodyPr wrap="square" lIns="0" tIns="0" rIns="0" bIns="0" rtlCol="0" anchor="t">
            <a:noAutofit/>
          </a:bodyPr>
          <a:lstStyle/>
          <a:p>
            <a:pPr marL="0" indent="0" algn="l">
              <a:lnSpc>
                <a:spcPct val="112000"/>
              </a:lnSpc>
              <a:spcAft>
                <a:spcPts val="0"/>
              </a:spcAft>
              <a:buNone/>
            </a:pPr>
            <a:r>
              <a:rPr lang="ko-KR" sz="1000" b="0" i="0" dirty="0">
                <a:solidFill>
                  <a:srgbClr val="7E776B"/>
                </a:solidFill>
                <a:latin typeface="Malgun Gothic"/>
                <a:ea typeface="Malgun Gothic"/>
                <a:cs typeface="Malgun Gothic"/>
              </a:rPr>
              <a:t>AI 그림과 지어 쓴 글에는 표기, 출처는 사건마다 밝힘</a:t>
            </a:r>
          </a:p>
        </p:txBody>
      </p:sp>
      <p:sp>
        <p:nvSpPr>
          <p:cNvPr id="130" name="Text 130"/>
          <p:cNvSpPr txBox="1"/>
          <p:nvPr/>
        </p:nvSpPr>
        <p:spPr>
          <a:xfrm>
            <a:off x="548640" y="4462272"/>
            <a:ext cx="804672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7E776B"/>
                </a:solidFill>
                <a:latin typeface="Malgun Gothic"/>
                <a:ea typeface="Malgun Gothic"/>
                <a:cs typeface="Malgun Gothic"/>
              </a:rPr>
              <a:t>장(章)의 구성과 장치는 사건마다 다르게 만들었습니다</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10</a:t>
            </a:fld>
            <a:endParaRPr lang="en-US">
              <a:latin typeface="Malgun Gothic"/>
              <a:ea typeface="Malgun Gothic"/>
              <a:cs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03  주요 기능 및 지면 구성 · 확장 콘텐츠 (1/2)</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부록 · 편집국 · 독자 호외</a:t>
            </a:r>
            <a:endParaRPr lang="en-US" sz="2500" dirty="0">
              <a:latin typeface="Batang"/>
              <a:ea typeface="Batang"/>
              <a:cs typeface="Batang"/>
            </a:endParaRPr>
          </a:p>
        </p:txBody>
      </p:sp>
      <p:pic>
        <p:nvPicPr>
          <p:cNvPr id="5" name="Image 0" descr="/tmp/claude-0/-home-claude/afa474c7-3a5f-5ee1-8f18-b5fefe6dcd1f/scratchpad/deck/g2/fair.jpg"/>
          <p:cNvPicPr>
            <a:picLocks noChangeAspect="1"/>
          </p:cNvPicPr>
          <p:nvPr/>
        </p:nvPicPr>
        <p:blipFill>
          <a:blip r:embed="rId3"/>
          <a:srcRect/>
          <a:stretch/>
        </p:blipFill>
        <p:spPr>
          <a:xfrm>
            <a:off x="548640" y="1280160"/>
            <a:ext cx="2514600" cy="1280160"/>
          </a:xfrm>
          <a:prstGeom prst="rect">
            <a:avLst/>
          </a:prstGeom>
        </p:spPr>
      </p:pic>
      <p:sp>
        <p:nvSpPr>
          <p:cNvPr id="6" name="Text 3"/>
          <p:cNvSpPr txBox="1"/>
          <p:nvPr/>
        </p:nvSpPr>
        <p:spPr>
          <a:xfrm>
            <a:off x="5486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경성사건박람회</a:t>
            </a:r>
            <a:endParaRPr lang="en-US" sz="1400" dirty="0">
              <a:latin typeface="Malgun Gothic"/>
              <a:ea typeface="Malgun Gothic"/>
              <a:cs typeface="Malgun Gothic"/>
            </a:endParaRPr>
          </a:p>
        </p:txBody>
      </p:sp>
      <p:sp>
        <p:nvSpPr>
          <p:cNvPr id="7" name="Text 4"/>
          <p:cNvSpPr txBox="1"/>
          <p:nvPr/>
        </p:nvSpPr>
        <p:spPr>
          <a:xfrm>
            <a:off x="5486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전차를 타고 정문 → 문학관 → 창가관 → 무대관 → 게시판 → 출구. 사건에서 태어난 소설 · 노래 · 무대를 관마다 전시</a:t>
            </a:r>
            <a:endParaRPr lang="en-US" sz="1150" dirty="0">
              <a:latin typeface="Malgun Gothic"/>
              <a:ea typeface="Malgun Gothic"/>
              <a:cs typeface="Malgun Gothic"/>
            </a:endParaRPr>
          </a:p>
        </p:txBody>
      </p:sp>
      <p:pic>
        <p:nvPicPr>
          <p:cNvPr id="8" name="Image 1" descr="/tmp/claude-0/-home-claude/afa474c7-3a5f-5ee1-8f18-b5fefe6dcd1f/scratchpad/deck/g2/nr.jpg"/>
          <p:cNvPicPr>
            <a:picLocks noChangeAspect="1"/>
          </p:cNvPicPr>
          <p:nvPr/>
        </p:nvPicPr>
        <p:blipFill>
          <a:blip r:embed="rId4"/>
          <a:srcRect/>
          <a:stretch/>
        </p:blipFill>
        <p:spPr>
          <a:xfrm>
            <a:off x="3291840" y="1280160"/>
            <a:ext cx="2514600" cy="1280160"/>
          </a:xfrm>
          <a:prstGeom prst="rect">
            <a:avLst/>
          </a:prstGeom>
        </p:spPr>
      </p:pic>
      <p:sp>
        <p:nvSpPr>
          <p:cNvPr id="9" name="Text 5"/>
          <p:cNvSpPr txBox="1"/>
          <p:nvPr/>
        </p:nvSpPr>
        <p:spPr>
          <a:xfrm>
            <a:off x="32918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자정의 편집국</a:t>
            </a:r>
            <a:endParaRPr lang="en-US" sz="1400" dirty="0">
              <a:latin typeface="Malgun Gothic"/>
              <a:ea typeface="Malgun Gothic"/>
              <a:cs typeface="Malgun Gothic"/>
            </a:endParaRPr>
          </a:p>
        </p:txBody>
      </p:sp>
      <p:sp>
        <p:nvSpPr>
          <p:cNvPr id="10" name="Text 6"/>
          <p:cNvSpPr txBox="1"/>
          <p:nvPr/>
        </p:nvSpPr>
        <p:spPr>
          <a:xfrm>
            <a:off x="32918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기자 출입증 암호로 여는 방. 옛 기사를 넣으면 AI가 풀이 · 라디오 원고 · 삽화를 만들고, 교열을 마친 원고만 메인에 실림</a:t>
            </a:r>
            <a:endParaRPr lang="en-US" sz="1150" dirty="0">
              <a:latin typeface="Malgun Gothic"/>
              <a:ea typeface="Malgun Gothic"/>
              <a:cs typeface="Malgun Gothic"/>
            </a:endParaRPr>
          </a:p>
        </p:txBody>
      </p:sp>
      <p:pic>
        <p:nvPicPr>
          <p:cNvPr id="11" name="Image 2" descr="/tmp/claude-0/-home-claude/afa474c7-3a5f-5ee1-8f18-b5fefe6dcd1f/scratchpad/deck/g2/hogoe.jpg"/>
          <p:cNvPicPr>
            <a:picLocks noChangeAspect="1"/>
          </p:cNvPicPr>
          <p:nvPr/>
        </p:nvPicPr>
        <p:blipFill>
          <a:blip r:embed="rId5"/>
          <a:srcRect/>
          <a:stretch/>
        </p:blipFill>
        <p:spPr>
          <a:xfrm>
            <a:off x="6035040" y="1280160"/>
            <a:ext cx="2514600" cy="1280160"/>
          </a:xfrm>
          <a:prstGeom prst="rect">
            <a:avLst/>
          </a:prstGeom>
        </p:spPr>
      </p:pic>
      <p:sp>
        <p:nvSpPr>
          <p:cNvPr id="12" name="Text 7"/>
          <p:cNvSpPr txBox="1"/>
          <p:nvPr/>
        </p:nvSpPr>
        <p:spPr>
          <a:xfrm>
            <a:off x="60350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독자 호외</a:t>
            </a:r>
            <a:endParaRPr lang="en-US" sz="1400" dirty="0">
              <a:latin typeface="Malgun Gothic"/>
              <a:ea typeface="Malgun Gothic"/>
              <a:cs typeface="Malgun Gothic"/>
            </a:endParaRPr>
          </a:p>
        </p:txBody>
      </p:sp>
      <p:sp>
        <p:nvSpPr>
          <p:cNvPr id="13" name="Text 8"/>
          <p:cNvSpPr txBox="1"/>
          <p:nvPr/>
        </p:nvSpPr>
        <p:spPr>
          <a:xfrm>
            <a:off x="60350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활자 서랍 · 잉크 · 종이를 고르고 윤전기 손잡이를 당기면 내 이야기가 호외 한 장으로. 빨랫줄에 널림</a:t>
            </a:r>
            <a:endParaRPr lang="en-US" sz="1150" dirty="0">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12</a:t>
            </a:fld>
            <a:endParaRPr lang="en-US">
              <a:latin typeface="Malgun Gothic"/>
              <a:ea typeface="Malgun Gothic"/>
              <a:cs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03  주요 기능 및 지면 구성 · 확장 콘텐츠 (2/2)</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납량 · 심인 · 상점</a:t>
            </a:r>
            <a:endParaRPr lang="en-US" sz="2500" dirty="0">
              <a:latin typeface="Batang"/>
              <a:ea typeface="Batang"/>
              <a:cs typeface="Batang"/>
            </a:endParaRPr>
          </a:p>
        </p:txBody>
      </p:sp>
      <p:pic>
        <p:nvPicPr>
          <p:cNvPr id="5" name="Image 0" descr="/tmp/claude-0/-home-claude/afa474c7-3a5f-5ee1-8f18-b5fefe6dcd1f/scratchpad/deck/g2/np.jpg"/>
          <p:cNvPicPr>
            <a:picLocks noChangeAspect="1"/>
          </p:cNvPicPr>
          <p:nvPr/>
        </p:nvPicPr>
        <p:blipFill>
          <a:blip r:embed="rId3"/>
          <a:srcRect/>
          <a:stretch/>
        </p:blipFill>
        <p:spPr>
          <a:xfrm>
            <a:off x="548640" y="1280160"/>
            <a:ext cx="2514600" cy="1280160"/>
          </a:xfrm>
          <a:prstGeom prst="rect">
            <a:avLst/>
          </a:prstGeom>
        </p:spPr>
      </p:pic>
      <p:sp>
        <p:nvSpPr>
          <p:cNvPr id="6" name="Text 3"/>
          <p:cNvSpPr txBox="1"/>
          <p:nvPr/>
        </p:nvSpPr>
        <p:spPr>
          <a:xfrm>
            <a:off x="5486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자정의 백물어</a:t>
            </a:r>
            <a:endParaRPr lang="en-US" sz="1400" dirty="0">
              <a:latin typeface="Malgun Gothic"/>
              <a:ea typeface="Malgun Gothic"/>
              <a:cs typeface="Malgun Gothic"/>
            </a:endParaRPr>
          </a:p>
        </p:txBody>
      </p:sp>
      <p:sp>
        <p:nvSpPr>
          <p:cNvPr id="7" name="Text 4"/>
          <p:cNvSpPr txBox="1"/>
          <p:nvPr/>
        </p:nvSpPr>
        <p:spPr>
          <a:xfrm>
            <a:off x="5486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촛불 여섯 자루. 괴이한 옛 기사 한 편을 읽을 때마다 하나씩 꺼짐</a:t>
            </a:r>
            <a:endParaRPr lang="en-US" sz="1150" dirty="0">
              <a:latin typeface="Malgun Gothic"/>
              <a:ea typeface="Malgun Gothic"/>
              <a:cs typeface="Malgun Gothic"/>
            </a:endParaRPr>
          </a:p>
        </p:txBody>
      </p:sp>
      <p:pic>
        <p:nvPicPr>
          <p:cNvPr id="8" name="Image 1" descr="/tmp/claude-0/-home-claude/afa474c7-3a5f-5ee1-8f18-b5fefe6dcd1f/scratchpad/deck/g2/seek.jpg"/>
          <p:cNvPicPr>
            <a:picLocks noChangeAspect="1"/>
          </p:cNvPicPr>
          <p:nvPr/>
        </p:nvPicPr>
        <p:blipFill>
          <a:blip r:embed="rId4"/>
          <a:srcRect/>
          <a:stretch/>
        </p:blipFill>
        <p:spPr>
          <a:xfrm>
            <a:off x="3291840" y="1280160"/>
            <a:ext cx="2514600" cy="1280160"/>
          </a:xfrm>
          <a:prstGeom prst="rect">
            <a:avLst/>
          </a:prstGeom>
        </p:spPr>
      </p:pic>
      <p:sp>
        <p:nvSpPr>
          <p:cNvPr id="9" name="Text 5"/>
          <p:cNvSpPr txBox="1"/>
          <p:nvPr/>
        </p:nvSpPr>
        <p:spPr>
          <a:xfrm>
            <a:off x="32918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심인 광고</a:t>
            </a:r>
            <a:endParaRPr lang="en-US" sz="1400" dirty="0">
              <a:latin typeface="Malgun Gothic"/>
              <a:ea typeface="Malgun Gothic"/>
              <a:cs typeface="Malgun Gothic"/>
            </a:endParaRPr>
          </a:p>
        </p:txBody>
      </p:sp>
      <p:sp>
        <p:nvSpPr>
          <p:cNvPr id="10" name="Text 6"/>
          <p:cNvSpPr txBox="1"/>
          <p:nvPr/>
        </p:nvSpPr>
        <p:spPr>
          <a:xfrm>
            <a:off x="32918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옛 「사람을 찾음」 란을 비틀어 동료 · 독자를 찾는 구인 · 구독</a:t>
            </a:r>
            <a:endParaRPr lang="en-US" sz="1150" dirty="0">
              <a:latin typeface="Malgun Gothic"/>
              <a:ea typeface="Malgun Gothic"/>
              <a:cs typeface="Malgun Gothic"/>
            </a:endParaRPr>
          </a:p>
        </p:txBody>
      </p:sp>
      <p:pic>
        <p:nvPicPr>
          <p:cNvPr id="11" name="Image 2" descr="/tmp/claude-0/-home-claude/afa474c7-3a5f-5ee1-8f18-b5fefe6dcd1f/scratchpad/deck/g2/shop.jpg"/>
          <p:cNvPicPr>
            <a:picLocks noChangeAspect="1"/>
          </p:cNvPicPr>
          <p:nvPr/>
        </p:nvPicPr>
        <p:blipFill>
          <a:blip r:embed="rId5"/>
          <a:srcRect/>
          <a:stretch/>
        </p:blipFill>
        <p:spPr>
          <a:xfrm>
            <a:off x="6035040" y="1280160"/>
            <a:ext cx="2514600" cy="1280160"/>
          </a:xfrm>
          <a:prstGeom prst="rect">
            <a:avLst/>
          </a:prstGeom>
        </p:spPr>
      </p:pic>
      <p:sp>
        <p:nvSpPr>
          <p:cNvPr id="12" name="Text 7"/>
          <p:cNvSpPr txBox="1"/>
          <p:nvPr/>
        </p:nvSpPr>
        <p:spPr>
          <a:xfrm>
            <a:off x="6035040" y="2697480"/>
            <a:ext cx="2514600" cy="320040"/>
          </a:xfrm>
          <a:prstGeom prst="rect">
            <a:avLst/>
          </a:prstGeom>
          <a:noFill/>
          <a:ln/>
        </p:spPr>
        <p:txBody>
          <a:bodyPr wrap="square" lIns="0" tIns="0" rIns="0" bIns="0" rtlCol="0" anchor="t"/>
          <a:lstStyle/>
          <a:p>
            <a:pPr marL="0" indent="0">
              <a:buNone/>
            </a:pPr>
            <a:r>
              <a:rPr lang="en-US" sz="1400" b="1" dirty="0">
                <a:solidFill>
                  <a:schemeClr val="tx1"/>
                </a:solidFill>
                <a:latin typeface="Malgun Gothic"/>
                <a:ea typeface="Malgun Gothic"/>
                <a:cs typeface="Malgun Gothic"/>
              </a:rPr>
              <a:t>경성야록 상점</a:t>
            </a:r>
            <a:endParaRPr lang="en-US" sz="1400" dirty="0">
              <a:latin typeface="Malgun Gothic"/>
              <a:ea typeface="Malgun Gothic"/>
              <a:cs typeface="Malgun Gothic"/>
            </a:endParaRPr>
          </a:p>
        </p:txBody>
      </p:sp>
      <p:sp>
        <p:nvSpPr>
          <p:cNvPr id="13" name="Text 8"/>
          <p:cNvSpPr txBox="1"/>
          <p:nvPr/>
        </p:nvSpPr>
        <p:spPr>
          <a:xfrm>
            <a:off x="6035040" y="3063240"/>
            <a:ext cx="2514600" cy="1463040"/>
          </a:xfrm>
          <a:prstGeom prst="rect">
            <a:avLst/>
          </a:prstGeom>
          <a:noFill/>
          <a:ln/>
        </p:spPr>
        <p:txBody>
          <a:bodyPr wrap="square" lIns="0" tIns="0" rIns="0" bIns="0" rtlCol="0" anchor="t"/>
          <a:lstStyle/>
          <a:p>
            <a:pPr marL="0" indent="0">
              <a:lnSpc>
                <a:spcPct val="130000"/>
              </a:lnSpc>
              <a:buNone/>
            </a:pPr>
            <a:r>
              <a:rPr lang="en-US" sz="1150" dirty="0">
                <a:solidFill>
                  <a:srgbClr val="3B3934"/>
                </a:solidFill>
                <a:latin typeface="Malgun Gothic"/>
                <a:ea typeface="Malgun Gothic"/>
                <a:cs typeface="Malgun Gothic"/>
              </a:rPr>
              <a:t>그 시절 실제 광고를 진열장에서 골라 가는 상점. 수익 구조와 연결</a:t>
            </a:r>
            <a:endParaRPr lang="en-US" sz="1150" dirty="0">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13</a:t>
            </a:fld>
            <a:endParaRPr lang="en-US">
              <a:latin typeface="Malgun Gothic"/>
              <a:ea typeface="Malgun Gothic"/>
              <a:cs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B7C8E6"/>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r>
              <a:rPr lang="en-US" sz="900" b="1" kern="0" spc="300" dirty="0">
                <a:solidFill>
                  <a:srgbClr val="B7C8E6"/>
                </a:solidFill>
                <a:latin typeface="Malgun Gothic"/>
                <a:ea typeface="Malgun Gothic"/>
                <a:cs typeface="Malgun Gothic"/>
              </a:rPr>
              <a:t>03  주요 기능 및 지면 구성 · 확장 콘텐츠 · 숨은 게임</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bg1"/>
                </a:solidFill>
                <a:latin typeface="Batang"/>
                <a:ea typeface="Batang"/>
                <a:cs typeface="Batang"/>
              </a:rPr>
              <a:t>숨은 게임, 식자실</a:t>
            </a:r>
            <a:endParaRPr lang="en-US" sz="2500" dirty="0">
              <a:latin typeface="Batang"/>
              <a:ea typeface="Batang"/>
              <a:cs typeface="Batang"/>
            </a:endParaRPr>
          </a:p>
        </p:txBody>
      </p:sp>
      <p:sp>
        <p:nvSpPr>
          <p:cNvPr id="101" name="Text 101"/>
          <p:cNvSpPr txBox="1"/>
          <p:nvPr/>
        </p:nvSpPr>
        <p:spPr>
          <a:xfrm>
            <a:off x="548640" y="3511296"/>
            <a:ext cx="402336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B9B2A3"/>
                </a:solidFill>
                <a:latin typeface="Malgun Gothic"/>
                <a:ea typeface="Malgun Gothic"/>
                <a:cs typeface="Malgun Gothic"/>
              </a:rPr>
              <a:t>PC 플레이 영상</a:t>
            </a:r>
          </a:p>
        </p:txBody>
      </p:sp>
      <p:sp>
        <p:nvSpPr>
          <p:cNvPr id="103" name="Text 103"/>
          <p:cNvSpPr txBox="1"/>
          <p:nvPr/>
        </p:nvSpPr>
        <p:spPr>
          <a:xfrm>
            <a:off x="6400800" y="1188720"/>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00" b="1" i="0" spc="200" dirty="0">
                <a:solidFill>
                  <a:srgbClr val="8FA6D1"/>
                </a:solidFill>
                <a:latin typeface="Malgun Gothic"/>
                <a:ea typeface="Malgun Gothic"/>
                <a:cs typeface="Malgun Gothic"/>
              </a:rPr>
              <a:t>플레이 방식</a:t>
            </a:r>
          </a:p>
        </p:txBody>
      </p:sp>
      <p:sp>
        <p:nvSpPr>
          <p:cNvPr id="104" name="Text 104"/>
          <p:cNvSpPr txBox="1"/>
          <p:nvPr/>
        </p:nvSpPr>
        <p:spPr>
          <a:xfrm>
            <a:off x="6400800" y="1481328"/>
            <a:ext cx="2194560" cy="2011680"/>
          </a:xfrm>
          <a:prstGeom prst="rect">
            <a:avLst/>
          </a:prstGeom>
          <a:noFill/>
        </p:spPr>
        <p:txBody>
          <a:bodyPr wrap="square" lIns="0" tIns="0" rIns="0" bIns="0" rtlCol="0" anchor="t">
            <a:noAutofit/>
          </a:bodyPr>
          <a:lstStyle/>
          <a:p>
            <a:pPr marL="0" indent="0" algn="l">
              <a:lnSpc>
                <a:spcPct val="118000"/>
              </a:lnSpc>
              <a:spcAft>
                <a:spcPts val="900"/>
              </a:spcAft>
              <a:buNone/>
            </a:pPr>
            <a:r>
              <a:rPr lang="ko-KR" sz="1100" b="0" i="0" dirty="0">
                <a:solidFill>
                  <a:srgbClr val="FFFFFF"/>
                </a:solidFill>
                <a:latin typeface="Malgun Gothic"/>
                <a:ea typeface="Malgun Gothic"/>
                <a:cs typeface="Malgun Gothic"/>
              </a:rPr>
              <a:t>메인의 소지품 넷을 모으면 열림</a:t>
            </a:r>
          </a:p>
          <a:p>
            <a:pPr marL="0" indent="0" algn="l">
              <a:lnSpc>
                <a:spcPct val="118000"/>
              </a:lnSpc>
              <a:spcAft>
                <a:spcPts val="900"/>
              </a:spcAft>
              <a:buNone/>
            </a:pPr>
            <a:r>
              <a:rPr lang="ko-KR" sz="1100" b="0" i="0" dirty="0">
                <a:solidFill>
                  <a:srgbClr val="FFFFFF"/>
                </a:solidFill>
                <a:latin typeface="Malgun Gothic"/>
                <a:ea typeface="Malgun Gothic"/>
                <a:cs typeface="Malgun Gothic"/>
              </a:rPr>
              <a:t>1인칭, 제한 시간 10분</a:t>
            </a:r>
          </a:p>
          <a:p>
            <a:pPr marL="0" indent="0" algn="l">
              <a:lnSpc>
                <a:spcPct val="118000"/>
              </a:lnSpc>
              <a:spcAft>
                <a:spcPts val="900"/>
              </a:spcAft>
              <a:buNone/>
            </a:pPr>
            <a:r>
              <a:rPr lang="ko-KR" sz="1100" b="0" i="0" dirty="0">
                <a:solidFill>
                  <a:srgbClr val="FFFFFF"/>
                </a:solidFill>
                <a:latin typeface="Malgun Gothic"/>
                <a:ea typeface="Malgun Gothic"/>
                <a:cs typeface="Malgun Gothic"/>
              </a:rPr>
              <a:t>단서를 모아 작업대 퍼즐 풀이</a:t>
            </a:r>
          </a:p>
          <a:p>
            <a:pPr marL="0" indent="0" algn="l">
              <a:lnSpc>
                <a:spcPct val="118000"/>
              </a:lnSpc>
              <a:spcAft>
                <a:spcPts val="900"/>
              </a:spcAft>
              <a:buNone/>
            </a:pPr>
            <a:r>
              <a:rPr lang="ko-KR" sz="1100" b="0" i="0" dirty="0">
                <a:solidFill>
                  <a:srgbClr val="FFFFFF"/>
                </a:solidFill>
                <a:latin typeface="Malgun Gothic"/>
                <a:ea typeface="Malgun Gothic"/>
                <a:cs typeface="Malgun Gothic"/>
              </a:rPr>
              <a:t>PC는 키보드, 휴대폰은 조이스틱</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14</a:t>
            </a:fld>
            <a:endParaRPr lang="en-US">
              <a:latin typeface="Malgun Gothic"/>
              <a:ea typeface="Malgun Gothic"/>
              <a:cs typeface="Malgun Gothic"/>
            </a:endParaRPr>
          </a:p>
        </p:txBody>
      </p:sp>
      <p:pic>
        <p:nvPicPr>
          <p:cNvPr id="112" name="Game play" descr="식자실 게임 플레이 화면"/>
          <p:cNvPicPr>
            <a:picLocks noChangeAspect="1"/>
          </p:cNvPicPr>
          <p:nvPr/>
        </p:nvPicPr>
        <p:blipFill>
          <a:blip r:embed="rId3"/>
          <a:stretch>
            <a:fillRect/>
          </a:stretch>
        </p:blipFill>
        <p:spPr>
          <a:xfrm>
            <a:off x="548639" y="1188720"/>
            <a:ext cx="5599911" cy="3149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r>
              <a:rPr lang="en-US" sz="900" b="1" kern="0" spc="300" dirty="0">
                <a:solidFill>
                  <a:srgbClr val="2E4A7D"/>
                </a:solidFill>
                <a:latin typeface="Malgun Gothic"/>
                <a:ea typeface="Malgun Gothic"/>
                <a:cs typeface="Malgun Gothic"/>
              </a:rPr>
              <a:t>05  개발 과정과 문제 해결 · 모바일</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모바일 버전</a:t>
            </a:r>
            <a:endParaRPr lang="en-US" sz="2500" dirty="0">
              <a:latin typeface="Batang"/>
              <a:ea typeface="Batang"/>
              <a:cs typeface="Batang"/>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21</a:t>
            </a:fld>
            <a:endParaRPr lang="en-US">
              <a:latin typeface="Malgun Gothic"/>
              <a:ea typeface="Malgun Gothic"/>
              <a:cs typeface="Malgun Gothic"/>
            </a:endParaRPr>
          </a:p>
        </p:txBody>
      </p:sp>
      <p:pic>
        <p:nvPicPr>
          <p:cNvPr id="15" name="그림 14">
            <a:extLst>
              <a:ext uri="{FF2B5EF4-FFF2-40B4-BE49-F238E27FC236}">
                <a16:creationId xmlns:a16="http://schemas.microsoft.com/office/drawing/2014/main" id="{9C084633-C7E9-4741-AE47-4CB4FC463BF9}"/>
              </a:ext>
            </a:extLst>
          </p:cNvPr>
          <p:cNvPicPr>
            <a:picLocks noChangeAspect="1"/>
          </p:cNvPicPr>
          <p:nvPr/>
        </p:nvPicPr>
        <p:blipFill rotWithShape="1">
          <a:blip r:embed="rId3"/>
          <a:srcRect t="9658"/>
          <a:stretch/>
        </p:blipFill>
        <p:spPr>
          <a:xfrm>
            <a:off x="201168" y="1014827"/>
            <a:ext cx="8900160" cy="362575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개발 환경</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들어간 프로그램과 기술</a:t>
            </a:r>
            <a:endParaRPr lang="en-US" sz="2500" dirty="0">
              <a:latin typeface="Batang"/>
              <a:ea typeface="Batang"/>
              <a:cs typeface="Batang"/>
            </a:endParaRPr>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3044952"/>
        </p:xfrm>
        <a:graphic>
          <a:graphicData uri="http://schemas.openxmlformats.org/drawingml/2006/table">
            <a:tbl>
              <a:tblPr/>
              <a:tblGrid>
                <a:gridCol w="1371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38328">
                <a:tc>
                  <a:txBody>
                    <a:bodyPr/>
                    <a:lstStyle/>
                    <a:p>
                      <a:pPr marL="0" indent="0">
                        <a:buNone/>
                      </a:pPr>
                      <a:r>
                        <a:rPr lang="en-US" sz="1100" b="1" dirty="0">
                          <a:solidFill>
                            <a:srgbClr val="F3ECDE"/>
                          </a:solidFill>
                          <a:latin typeface="Malgun Gothic"/>
                          <a:ea typeface="Malgun Gothic"/>
                          <a:cs typeface="Malgun Gothic"/>
                        </a:rPr>
                        <a:t>분야</a:t>
                      </a:r>
                      <a:endParaRPr lang="en-US" sz="110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161616"/>
                    </a:solidFill>
                  </a:tcPr>
                </a:tc>
                <a:tc>
                  <a:txBody>
                    <a:bodyPr/>
                    <a:lstStyle/>
                    <a:p>
                      <a:pPr marL="0" indent="0">
                        <a:buNone/>
                      </a:pPr>
                      <a:r>
                        <a:rPr lang="en-US" sz="1100" b="1" dirty="0">
                          <a:solidFill>
                            <a:srgbClr val="F3ECDE"/>
                          </a:solidFill>
                          <a:latin typeface="Malgun Gothic"/>
                          <a:ea typeface="Malgun Gothic"/>
                          <a:cs typeface="Malgun Gothic"/>
                        </a:rPr>
                        <a:t>쓴 것</a:t>
                      </a:r>
                      <a:endParaRPr lang="en-US" sz="110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161616"/>
                    </a:solidFill>
                  </a:tcPr>
                </a:tc>
                <a:tc>
                  <a:txBody>
                    <a:bodyPr/>
                    <a:lstStyle/>
                    <a:p>
                      <a:pPr marL="0" indent="0">
                        <a:buNone/>
                      </a:pPr>
                      <a:r>
                        <a:rPr lang="en-US" sz="1100" b="1" dirty="0">
                          <a:solidFill>
                            <a:srgbClr val="F3ECDE"/>
                          </a:solidFill>
                          <a:latin typeface="Malgun Gothic"/>
                          <a:ea typeface="Malgun Gothic"/>
                          <a:cs typeface="Malgun Gothic"/>
                        </a:rPr>
                        <a:t>어디에</a:t>
                      </a:r>
                      <a:endParaRPr lang="en-US" sz="110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161616"/>
                    </a:solidFill>
                  </a:tcPr>
                </a:tc>
                <a:extLst>
                  <a:ext uri="{0D108BD9-81ED-4DB2-BD59-A6C34878D82A}">
                    <a16:rowId xmlns:a16="http://schemas.microsoft.com/office/drawing/2014/main" val="10000"/>
                  </a:ext>
                </a:extLst>
              </a:tr>
              <a:tr h="338328">
                <a:tc>
                  <a:txBody>
                    <a:bodyPr/>
                    <a:lstStyle/>
                    <a:p>
                      <a:pPr marL="0" indent="0">
                        <a:buNone/>
                      </a:pPr>
                      <a:r>
                        <a:rPr lang="en-US" sz="1050" dirty="0">
                          <a:solidFill>
                            <a:srgbClr val="161616"/>
                          </a:solidFill>
                          <a:latin typeface="Malgun Gothic"/>
                          <a:ea typeface="Malgun Gothic"/>
                          <a:cs typeface="Malgun Gothic"/>
                        </a:rPr>
                        <a:t>화면 · 장치</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HTML · CSS · JavaScript</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메인 · 본편 · 확장 코너</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1"/>
                  </a:ext>
                </a:extLst>
              </a:tr>
              <a:tr h="338328">
                <a:tc>
                  <a:txBody>
                    <a:bodyPr/>
                    <a:lstStyle/>
                    <a:p>
                      <a:pPr marL="0" indent="0">
                        <a:buNone/>
                      </a:pPr>
                      <a:r>
                        <a:rPr lang="en-US" sz="1050" dirty="0">
                          <a:solidFill>
                            <a:srgbClr val="161616"/>
                          </a:solidFill>
                          <a:latin typeface="Malgun Gothic"/>
                          <a:ea typeface="Malgun Gothic"/>
                          <a:cs typeface="Malgun Gothic"/>
                        </a:rPr>
                        <a:t>3D 게임</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Three.js (WebGL) · Vite</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식자실</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2"/>
                  </a:ext>
                </a:extLst>
              </a:tr>
              <a:tr h="338328">
                <a:tc>
                  <a:txBody>
                    <a:bodyPr/>
                    <a:lstStyle/>
                    <a:p>
                      <a:pPr marL="0" indent="0">
                        <a:buNone/>
                      </a:pPr>
                      <a:r>
                        <a:rPr lang="en-US" sz="1050" dirty="0">
                          <a:solidFill>
                            <a:srgbClr val="161616"/>
                          </a:solidFill>
                          <a:latin typeface="Malgun Gothic"/>
                          <a:ea typeface="Malgun Gothic"/>
                          <a:cs typeface="Malgun Gothic"/>
                        </a:rPr>
                        <a:t>소리</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Web Audio API · 음원</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라디오 · 축음기 · 귀신 소리</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3"/>
                  </a:ext>
                </a:extLst>
              </a:tr>
              <a:tr h="338328">
                <a:tc>
                  <a:txBody>
                    <a:bodyPr/>
                    <a:lstStyle/>
                    <a:p>
                      <a:pPr marL="0" indent="0">
                        <a:buNone/>
                      </a:pPr>
                      <a:r>
                        <a:rPr lang="en-US" sz="1050" dirty="0">
                          <a:solidFill>
                            <a:srgbClr val="161616"/>
                          </a:solidFill>
                          <a:latin typeface="Malgun Gothic"/>
                          <a:ea typeface="Malgun Gothic"/>
                          <a:cs typeface="Malgun Gothic"/>
                        </a:rPr>
                        <a:t>생성형 AI</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OpenAI API (gpt-4o-mini · TTS · gpt-image-1)</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편집국 풀이 · 음성 · 삽화</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4"/>
                  </a:ext>
                </a:extLst>
              </a:tr>
              <a:tr h="338328">
                <a:tc>
                  <a:txBody>
                    <a:bodyPr/>
                    <a:lstStyle/>
                    <a:p>
                      <a:pPr marL="0" indent="0">
                        <a:buNone/>
                      </a:pPr>
                      <a:r>
                        <a:rPr lang="en-US" sz="1050" dirty="0">
                          <a:solidFill>
                            <a:srgbClr val="161616"/>
                          </a:solidFill>
                          <a:latin typeface="Malgun Gothic"/>
                          <a:ea typeface="Malgun Gothic"/>
                          <a:cs typeface="Malgun Gothic"/>
                        </a:rPr>
                        <a:t>재현 그림</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Midjourney · ChatGPT</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「재현」 표기한 장면 삽화</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5"/>
                  </a:ext>
                </a:extLst>
              </a:tr>
              <a:tr h="338328">
                <a:tc>
                  <a:txBody>
                    <a:bodyPr/>
                    <a:lstStyle/>
                    <a:p>
                      <a:pPr marL="0" indent="0">
                        <a:buNone/>
                      </a:pPr>
                      <a:r>
                        <a:rPr lang="en-US" sz="1050" dirty="0">
                          <a:solidFill>
                            <a:srgbClr val="161616"/>
                          </a:solidFill>
                          <a:latin typeface="Malgun Gothic"/>
                          <a:ea typeface="Malgun Gothic"/>
                          <a:cs typeface="Malgun Gothic"/>
                        </a:rPr>
                        <a:t>개발 · 점검</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Claude Code · Playwright</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코드 보조 · 폰 / PC 화면 점검</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6"/>
                  </a:ext>
                </a:extLst>
              </a:tr>
              <a:tr h="338328">
                <a:tc>
                  <a:txBody>
                    <a:bodyPr/>
                    <a:lstStyle/>
                    <a:p>
                      <a:pPr marL="0" indent="0">
                        <a:buNone/>
                      </a:pPr>
                      <a:r>
                        <a:rPr lang="en-US" sz="1050" dirty="0">
                          <a:solidFill>
                            <a:srgbClr val="161616"/>
                          </a:solidFill>
                          <a:latin typeface="Malgun Gothic"/>
                          <a:ea typeface="Malgun Gothic"/>
                          <a:cs typeface="Malgun Gothic"/>
                        </a:rPr>
                        <a:t>배포</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GitHub · GitHub Pages</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사이트 공개</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7"/>
                  </a:ext>
                </a:extLst>
              </a:tr>
              <a:tr h="338328">
                <a:tc>
                  <a:txBody>
                    <a:bodyPr/>
                    <a:lstStyle/>
                    <a:p>
                      <a:pPr marL="0" indent="0">
                        <a:buNone/>
                      </a:pPr>
                      <a:r>
                        <a:rPr lang="en-US" sz="1050" dirty="0">
                          <a:solidFill>
                            <a:srgbClr val="161616"/>
                          </a:solidFill>
                          <a:latin typeface="Malgun Gothic"/>
                          <a:ea typeface="Malgun Gothic"/>
                          <a:cs typeface="Malgun Gothic"/>
                        </a:rPr>
                        <a:t>자료</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동아일보 아카이브 · 한국사 DB 등</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tc>
                  <a:txBody>
                    <a:bodyPr/>
                    <a:lstStyle/>
                    <a:p>
                      <a:pPr marL="0" indent="0">
                        <a:buNone/>
                      </a:pPr>
                      <a:r>
                        <a:rPr lang="en-US" sz="1050" dirty="0">
                          <a:solidFill>
                            <a:srgbClr val="161616"/>
                          </a:solidFill>
                          <a:latin typeface="Malgun Gothic"/>
                          <a:ea typeface="Malgun Gothic"/>
                          <a:cs typeface="Malgun Gothic"/>
                        </a:rPr>
                        <a:t>지면 · 날짜 · 출처 확인</a:t>
                      </a:r>
                      <a:endParaRPr lang="en-US" sz="1050" dirty="0">
                        <a:latin typeface="Malgun Gothic"/>
                        <a:ea typeface="Malgun Gothic"/>
                        <a:cs typeface="Malgun Gothic"/>
                      </a:endParaRPr>
                    </a:p>
                  </a:txBody>
                  <a:tcPr marL="64008" marR="64008" marT="64008" marB="64008" anchor="ctr">
                    <a:lnL w="9525" cap="flat" cmpd="sng" algn="ctr">
                      <a:solidFill>
                        <a:srgbClr val="D5C9B1"/>
                      </a:solidFill>
                      <a:prstDash val="solid"/>
                      <a:round/>
                      <a:headEnd type="none" w="med" len="med"/>
                      <a:tailEnd type="none" w="med" len="med"/>
                    </a:lnL>
                    <a:lnR w="9525" cap="flat" cmpd="sng" algn="ctr">
                      <a:solidFill>
                        <a:srgbClr val="D5C9B1"/>
                      </a:solidFill>
                      <a:prstDash val="solid"/>
                      <a:round/>
                      <a:headEnd type="none" w="med" len="med"/>
                      <a:tailEnd type="none" w="med" len="med"/>
                    </a:lnR>
                    <a:lnT w="9525" cap="flat" cmpd="sng" algn="ctr">
                      <a:solidFill>
                        <a:srgbClr val="D5C9B1"/>
                      </a:solidFill>
                      <a:prstDash val="solid"/>
                      <a:round/>
                      <a:headEnd type="none" w="med" len="med"/>
                      <a:tailEnd type="none" w="med" len="med"/>
                    </a:lnT>
                    <a:lnB w="9525" cap="flat" cmpd="sng" algn="ctr">
                      <a:solidFill>
                        <a:srgbClr val="D5C9B1"/>
                      </a:solidFill>
                      <a:prstDash val="solid"/>
                      <a:round/>
                      <a:headEnd type="none" w="med" len="med"/>
                      <a:tailEnd type="none" w="med" len="med"/>
                    </a:lnB>
                    <a:solidFill>
                      <a:srgbClr val="F3ECDE"/>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15</a:t>
            </a:fld>
            <a:endParaRPr lang="en-US">
              <a:latin typeface="Malgun Gothic"/>
              <a:ea typeface="Malgun Gothic"/>
              <a:cs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44"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핵심 코드 01</a:t>
            </a:r>
            <a:endParaRPr lang="en-US" sz="900" dirty="0">
              <a:latin typeface="Malgun Gothic"/>
              <a:ea typeface="Malgun Gothic"/>
              <a:cs typeface="Malgun Gothic"/>
            </a:endParaRPr>
          </a:p>
        </p:txBody>
      </p:sp>
      <p:sp>
        <p:nvSpPr>
          <p:cNvPr id="45"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한자 ↔ 현대어 인터랙션 구현</a:t>
            </a:r>
            <a:endParaRPr lang="en-US" sz="2500" dirty="0">
              <a:latin typeface="Batang"/>
              <a:ea typeface="Batang"/>
              <a:cs typeface="Batang"/>
            </a:endParaRPr>
          </a:p>
        </p:txBody>
      </p:sp>
      <p:sp>
        <p:nvSpPr>
          <p:cNvPr id="5" name="TextBox 4"/>
          <p:cNvSpPr txBox="1"/>
          <p:nvPr/>
        </p:nvSpPr>
        <p:spPr>
          <a:xfrm>
            <a:off x="548640" y="914400"/>
            <a:ext cx="8046720" cy="201168"/>
          </a:xfrm>
          <a:prstGeom prst="rect">
            <a:avLst/>
          </a:prstGeom>
          <a:noFill/>
        </p:spPr>
        <p:txBody>
          <a:bodyPr wrap="square" lIns="0" tIns="0" rIns="0" bIns="0">
            <a:spAutoFit/>
          </a:bodyPr>
          <a:lstStyle/>
          <a:p>
            <a:pPr algn="l" marL="0" indent="0">
              <a:spcAft>
                <a:spcPts val="375"/>
              </a:spcAft>
              <a:defRPr sz="1000" b="0">
                <a:solidFill>
                  <a:srgbClr val="72695C"/>
                </a:solidFill>
                <a:latin typeface="Malgun Gothic"/>
                <a:ea typeface="Malgun Gothic"/>
                <a:cs typeface="Malgun Gothic"/>
              </a:defRPr>
            </a:pPr>
            <a:r>
              <a:rPr sz="1000" dirty="0">
                <a:latin typeface="Malgun Gothic"/>
                <a:ea typeface="Malgun Gothic"/>
                <a:cs typeface="Malgun Gothic"/>
              </a:rPr>
              <a:t>PC </a:t>
            </a:r>
            <a:r>
              <a:rPr sz="1000" dirty="0">
                <a:latin typeface="Malgun Gothic"/>
                <a:ea typeface="Malgun Gothic"/>
                <a:cs typeface="Malgun Gothic"/>
              </a:rPr>
              <a:t>마우스와</a:t>
            </a:r>
            <a:r>
              <a:rPr sz="1000" dirty="0">
                <a:latin typeface="Malgun Gothic"/>
                <a:ea typeface="Malgun Gothic"/>
                <a:cs typeface="Malgun Gothic"/>
              </a:rPr>
              <a:t> </a:t>
            </a:r>
            <a:r>
              <a:rPr sz="1000" dirty="0">
                <a:latin typeface="Malgun Gothic"/>
                <a:ea typeface="Malgun Gothic"/>
                <a:cs typeface="Malgun Gothic"/>
              </a:rPr>
              <a:t>모바일</a:t>
            </a:r>
            <a:r>
              <a:rPr sz="1000" dirty="0">
                <a:latin typeface="Malgun Gothic"/>
                <a:ea typeface="Malgun Gothic"/>
                <a:cs typeface="Malgun Gothic"/>
              </a:rPr>
              <a:t> </a:t>
            </a:r>
            <a:r>
              <a:rPr sz="1000" dirty="0">
                <a:latin typeface="Malgun Gothic"/>
                <a:ea typeface="Malgun Gothic"/>
                <a:cs typeface="Malgun Gothic"/>
              </a:rPr>
              <a:t>터치</a:t>
            </a:r>
            <a:r>
              <a:rPr lang="ko-KR" altLang="en-US" sz="1000" dirty="0">
                <a:latin typeface="Malgun Gothic"/>
                <a:ea typeface="Malgun Gothic"/>
                <a:cs typeface="Malgun Gothic"/>
              </a:rPr>
              <a:t>에 반응해 한자와 한글을 전환하는 인터랙티브 기능</a:t>
            </a:r>
            <a:endParaRPr sz="1000" dirty="0">
              <a:latin typeface="Malgun Gothic"/>
              <a:ea typeface="Malgun Gothic"/>
              <a:cs typeface="Malgun Gothic"/>
            </a:endParaRPr>
          </a:p>
        </p:txBody>
      </p:sp>
      <p:sp>
        <p:nvSpPr>
          <p:cNvPr id="8" name="TextBox 7"/>
          <p:cNvSpPr txBox="1"/>
          <p:nvPr/>
        </p:nvSpPr>
        <p:spPr>
          <a:xfrm>
            <a:off x="550630" y="1349907"/>
            <a:ext cx="2803704" cy="257371"/>
          </a:xfrm>
          <a:prstGeom prst="rect">
            <a:avLst/>
          </a:prstGeom>
          <a:noFill/>
        </p:spPr>
        <p:txBody>
          <a:bodyPr wrap="square">
            <a:spAutoFit/>
          </a:bodyPr>
          <a:lstStyle/>
          <a:p>
            <a:pPr>
              <a:spcAft>
                <a:spcPts val="348"/>
              </a:spcAft>
              <a:defRPr sz="1500" b="1">
                <a:solidFill>
                  <a:srgbClr val="2C4B7C"/>
                </a:solidFill>
                <a:latin typeface="Malgun Gothic"/>
                <a:ea typeface="Malgun Gothic"/>
                <a:cs typeface="Malgun Gothic"/>
              </a:defRPr>
            </a:pPr>
            <a:r>
              <a:rPr sz="1100" dirty="0">
                <a:latin typeface="Malgun Gothic"/>
                <a:ea typeface="Malgun Gothic"/>
                <a:cs typeface="Malgun Gothic"/>
              </a:rPr>
              <a:t>실제</a:t>
            </a:r>
            <a:r>
              <a:rPr sz="1100" dirty="0">
                <a:latin typeface="Malgun Gothic"/>
                <a:ea typeface="Malgun Gothic"/>
                <a:cs typeface="Malgun Gothic"/>
              </a:rPr>
              <a:t> </a:t>
            </a:r>
            <a:r>
              <a:rPr sz="1100" dirty="0">
                <a:latin typeface="Malgun Gothic"/>
                <a:ea typeface="Malgun Gothic"/>
                <a:cs typeface="Malgun Gothic"/>
              </a:rPr>
              <a:t>화면</a:t>
            </a:r>
            <a:endParaRPr sz="1100" dirty="0">
              <a:latin typeface="Malgun Gothic"/>
              <a:ea typeface="Malgun Gothic"/>
              <a:cs typeface="Malgun Gothic"/>
            </a:endParaRPr>
          </a:p>
        </p:txBody>
      </p:sp>
      <p:pic>
        <p:nvPicPr>
          <p:cNvPr id="9" name="Picture 8" descr="화면 캡처 2026-10-23 111251.png"/>
          <p:cNvPicPr>
            <a:picLocks noChangeAspect="1"/>
          </p:cNvPicPr>
          <p:nvPr/>
        </p:nvPicPr>
        <p:blipFill rotWithShape="1">
          <a:blip r:embed="rId2"/>
          <a:srcRect t="1396" b="51076"/>
          <a:stretch/>
        </p:blipFill>
        <p:spPr>
          <a:xfrm>
            <a:off x="548640" y="1607278"/>
            <a:ext cx="1332199" cy="1777119"/>
          </a:xfrm>
          <a:prstGeom prst="rect">
            <a:avLst/>
          </a:prstGeom>
        </p:spPr>
      </p:pic>
      <p:pic>
        <p:nvPicPr>
          <p:cNvPr id="10" name="Picture 9" descr="화면 캡처 2026-10-23 111320.png"/>
          <p:cNvPicPr>
            <a:picLocks noChangeAspect="1"/>
          </p:cNvPicPr>
          <p:nvPr/>
        </p:nvPicPr>
        <p:blipFill rotWithShape="1">
          <a:blip r:embed="rId3"/>
          <a:srcRect b="53458"/>
          <a:stretch/>
        </p:blipFill>
        <p:spPr>
          <a:xfrm>
            <a:off x="1958780" y="1607278"/>
            <a:ext cx="1332198" cy="1777119"/>
          </a:xfrm>
          <a:prstGeom prst="rect">
            <a:avLst/>
          </a:prstGeom>
        </p:spPr>
      </p:pic>
      <p:pic>
        <p:nvPicPr>
          <p:cNvPr id="21" name="그림 20">
            <a:extLst>
              <a:ext uri="{FF2B5EF4-FFF2-40B4-BE49-F238E27FC236}">
                <a16:creationId xmlns:a16="http://schemas.microsoft.com/office/drawing/2014/main" id="{6CDCC121-7DC2-41D4-8970-1516451F62A5}"/>
              </a:ext>
            </a:extLst>
          </p:cNvPr>
          <p:cNvPicPr>
            <a:picLocks noChangeAspect="1"/>
          </p:cNvPicPr>
          <p:nvPr/>
        </p:nvPicPr>
        <p:blipFill rotWithShape="1">
          <a:blip r:embed="rId4"/>
          <a:srcRect l="3581" r="26870" b="71733"/>
          <a:stretch/>
        </p:blipFill>
        <p:spPr>
          <a:xfrm>
            <a:off x="3643947" y="1599515"/>
            <a:ext cx="2467402" cy="1281715"/>
          </a:xfrm>
          <a:prstGeom prst="rect">
            <a:avLst/>
          </a:prstGeom>
        </p:spPr>
      </p:pic>
      <p:pic>
        <p:nvPicPr>
          <p:cNvPr id="23" name="그림 22">
            <a:extLst>
              <a:ext uri="{FF2B5EF4-FFF2-40B4-BE49-F238E27FC236}">
                <a16:creationId xmlns:a16="http://schemas.microsoft.com/office/drawing/2014/main" id="{7980EA65-91F9-47DA-95BD-375F6EFAC14A}"/>
              </a:ext>
            </a:extLst>
          </p:cNvPr>
          <p:cNvPicPr>
            <a:picLocks noChangeAspect="1"/>
          </p:cNvPicPr>
          <p:nvPr/>
        </p:nvPicPr>
        <p:blipFill rotWithShape="1">
          <a:blip r:embed="rId5"/>
          <a:srcRect l="5969" r="40007" b="78000"/>
          <a:stretch/>
        </p:blipFill>
        <p:spPr>
          <a:xfrm>
            <a:off x="3632276" y="2249813"/>
            <a:ext cx="2467402" cy="1281715"/>
          </a:xfrm>
          <a:prstGeom prst="rect">
            <a:avLst/>
          </a:prstGeom>
        </p:spPr>
      </p:pic>
      <p:pic>
        <p:nvPicPr>
          <p:cNvPr id="25" name="그림 24">
            <a:extLst>
              <a:ext uri="{FF2B5EF4-FFF2-40B4-BE49-F238E27FC236}">
                <a16:creationId xmlns:a16="http://schemas.microsoft.com/office/drawing/2014/main" id="{AC763E35-3884-4130-B352-4A7EAB69F5A6}"/>
              </a:ext>
            </a:extLst>
          </p:cNvPr>
          <p:cNvPicPr>
            <a:picLocks noChangeAspect="1"/>
          </p:cNvPicPr>
          <p:nvPr/>
        </p:nvPicPr>
        <p:blipFill rotWithShape="1">
          <a:blip r:embed="rId5"/>
          <a:srcRect t="69984" r="28284" b="2007"/>
          <a:stretch/>
        </p:blipFill>
        <p:spPr>
          <a:xfrm>
            <a:off x="3632637" y="2884279"/>
            <a:ext cx="2480838" cy="1332014"/>
          </a:xfrm>
          <a:prstGeom prst="rect">
            <a:avLst/>
          </a:prstGeom>
        </p:spPr>
      </p:pic>
      <p:pic>
        <p:nvPicPr>
          <p:cNvPr id="27" name="그림 26">
            <a:extLst>
              <a:ext uri="{FF2B5EF4-FFF2-40B4-BE49-F238E27FC236}">
                <a16:creationId xmlns:a16="http://schemas.microsoft.com/office/drawing/2014/main" id="{470C1AB4-0FD6-4B9D-ADCC-3BDBB1FF0E0A}"/>
              </a:ext>
            </a:extLst>
          </p:cNvPr>
          <p:cNvPicPr>
            <a:picLocks noChangeAspect="1"/>
          </p:cNvPicPr>
          <p:nvPr/>
        </p:nvPicPr>
        <p:blipFill rotWithShape="1">
          <a:blip r:embed="rId6"/>
          <a:srcRect t="-12714" r="4176" b="-2"/>
          <a:stretch/>
        </p:blipFill>
        <p:spPr>
          <a:xfrm>
            <a:off x="6201066" y="1261872"/>
            <a:ext cx="2377553" cy="2960653"/>
          </a:xfrm>
          <a:prstGeom prst="rect">
            <a:avLst/>
          </a:prstGeom>
        </p:spPr>
      </p:pic>
      <p:sp>
        <p:nvSpPr>
          <p:cNvPr id="28" name="직사각형 27">
            <a:extLst>
              <a:ext uri="{FF2B5EF4-FFF2-40B4-BE49-F238E27FC236}">
                <a16:creationId xmlns:a16="http://schemas.microsoft.com/office/drawing/2014/main" id="{9ADE0255-A5CA-47DE-9023-FCCAC2F90CEA}"/>
              </a:ext>
            </a:extLst>
          </p:cNvPr>
          <p:cNvSpPr/>
          <p:nvPr/>
        </p:nvSpPr>
        <p:spPr>
          <a:xfrm>
            <a:off x="617894" y="1637179"/>
            <a:ext cx="681806" cy="1594073"/>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9" name="직사각형 28">
            <a:extLst>
              <a:ext uri="{FF2B5EF4-FFF2-40B4-BE49-F238E27FC236}">
                <a16:creationId xmlns:a16="http://schemas.microsoft.com/office/drawing/2014/main" id="{7EB9C250-F05B-4D0E-A0A1-9580F5A9ED23}"/>
              </a:ext>
            </a:extLst>
          </p:cNvPr>
          <p:cNvSpPr/>
          <p:nvPr/>
        </p:nvSpPr>
        <p:spPr>
          <a:xfrm>
            <a:off x="1986649" y="1641721"/>
            <a:ext cx="626994" cy="168549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2" name="화살표: 오른쪽 31">
            <a:extLst>
              <a:ext uri="{FF2B5EF4-FFF2-40B4-BE49-F238E27FC236}">
                <a16:creationId xmlns:a16="http://schemas.microsoft.com/office/drawing/2014/main" id="{AD960178-B786-4181-B3E9-15CFA2007C83}"/>
              </a:ext>
            </a:extLst>
          </p:cNvPr>
          <p:cNvSpPr/>
          <p:nvPr/>
        </p:nvSpPr>
        <p:spPr>
          <a:xfrm>
            <a:off x="1359656" y="2378256"/>
            <a:ext cx="626994" cy="179203"/>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3" name="TextBox 32">
            <a:extLst>
              <a:ext uri="{FF2B5EF4-FFF2-40B4-BE49-F238E27FC236}">
                <a16:creationId xmlns:a16="http://schemas.microsoft.com/office/drawing/2014/main" id="{DC08872D-8824-494A-B9B6-4C8002A78AAB}"/>
              </a:ext>
            </a:extLst>
          </p:cNvPr>
          <p:cNvSpPr txBox="1"/>
          <p:nvPr/>
        </p:nvSpPr>
        <p:spPr>
          <a:xfrm>
            <a:off x="3597407" y="1318231"/>
            <a:ext cx="2803704" cy="257371"/>
          </a:xfrm>
          <a:prstGeom prst="rect">
            <a:avLst/>
          </a:prstGeom>
          <a:noFill/>
        </p:spPr>
        <p:txBody>
          <a:bodyPr wrap="square">
            <a:spAutoFit/>
          </a:bodyPr>
          <a:lstStyle/>
          <a:p>
            <a:pPr>
              <a:spcAft>
                <a:spcPts val="348"/>
              </a:spcAft>
              <a:defRPr sz="1500" b="1">
                <a:solidFill>
                  <a:srgbClr val="2C4B7C"/>
                </a:solidFill>
                <a:latin typeface="Malgun Gothic"/>
                <a:ea typeface="Malgun Gothic"/>
                <a:cs typeface="Malgun Gothic"/>
              </a:defRPr>
            </a:pPr>
            <a:r>
              <a:rPr lang="ko-KR" altLang="en-US" sz="1100" dirty="0">
                <a:latin typeface="Malgun Gothic"/>
                <a:ea typeface="Malgun Gothic"/>
                <a:cs typeface="Malgun Gothic"/>
              </a:rPr>
              <a:t>핵심 코드</a:t>
            </a:r>
            <a:endParaRPr sz="1100" dirty="0">
              <a:latin typeface="Malgun Gothic"/>
              <a:ea typeface="Malgun Gothic"/>
              <a:cs typeface="Malgun Gothic"/>
            </a:endParaRPr>
          </a:p>
        </p:txBody>
      </p:sp>
      <p:sp>
        <p:nvSpPr>
          <p:cNvPr id="34" name="직사각형 33">
            <a:extLst>
              <a:ext uri="{FF2B5EF4-FFF2-40B4-BE49-F238E27FC236}">
                <a16:creationId xmlns:a16="http://schemas.microsoft.com/office/drawing/2014/main" id="{AED92E6C-24B9-41B3-A220-EE4869EA97AE}"/>
              </a:ext>
            </a:extLst>
          </p:cNvPr>
          <p:cNvSpPr/>
          <p:nvPr/>
        </p:nvSpPr>
        <p:spPr>
          <a:xfrm>
            <a:off x="3630511" y="1583059"/>
            <a:ext cx="1353682" cy="154899"/>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5" name="TextBox 34">
            <a:extLst>
              <a:ext uri="{FF2B5EF4-FFF2-40B4-BE49-F238E27FC236}">
                <a16:creationId xmlns:a16="http://schemas.microsoft.com/office/drawing/2014/main" id="{91D2876A-85C5-4F2B-8D49-610A2A68F9D1}"/>
              </a:ext>
            </a:extLst>
          </p:cNvPr>
          <p:cNvSpPr txBox="1"/>
          <p:nvPr/>
        </p:nvSpPr>
        <p:spPr>
          <a:xfrm>
            <a:off x="5017305" y="1629773"/>
            <a:ext cx="1258781" cy="126302"/>
          </a:xfrm>
          <a:prstGeom prst="rect">
            <a:avLst/>
          </a:prstGeom>
          <a:noFill/>
        </p:spPr>
        <p:txBody>
          <a:bodyPr wrap="none" lIns="11800" tIns="11800" rIns="11800" bIns="0">
            <a:spAutoFit/>
          </a:bodyPr>
          <a:lstStyle/>
          <a:p>
            <a:pPr>
              <a:spcAft>
                <a:spcPts val="371"/>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en-US" sz="750" dirty="0">
                <a:solidFill>
                  <a:srgbClr val="FFFF00"/>
                </a:solidFill>
                <a:highlight>
                  <a:srgbClr val="000000"/>
                </a:highlight>
                <a:latin typeface="Malgun Gothic"/>
                <a:ea typeface="Malgun Gothic"/>
                <a:cs typeface="Malgun Gothic"/>
              </a:rPr>
              <a:t>toHan</a:t>
            </a: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한글 표시</a:t>
            </a:r>
            <a:endParaRPr sz="750" dirty="0">
              <a:solidFill>
                <a:srgbClr val="FFFF00"/>
              </a:solidFill>
              <a:highlight>
                <a:srgbClr val="000000"/>
              </a:highlight>
              <a:latin typeface="Malgun Gothic"/>
              <a:ea typeface="Malgun Gothic"/>
              <a:cs typeface="Malgun Gothic"/>
            </a:endParaRPr>
          </a:p>
        </p:txBody>
      </p:sp>
      <p:sp>
        <p:nvSpPr>
          <p:cNvPr id="36" name="직사각형 35">
            <a:extLst>
              <a:ext uri="{FF2B5EF4-FFF2-40B4-BE49-F238E27FC236}">
                <a16:creationId xmlns:a16="http://schemas.microsoft.com/office/drawing/2014/main" id="{CB7A09AF-55D8-41BC-BA53-BB0D39EA3DB1}"/>
              </a:ext>
            </a:extLst>
          </p:cNvPr>
          <p:cNvSpPr/>
          <p:nvPr/>
        </p:nvSpPr>
        <p:spPr>
          <a:xfrm>
            <a:off x="3632277" y="2235893"/>
            <a:ext cx="1353682" cy="154899"/>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7" name="TextBox 36">
            <a:extLst>
              <a:ext uri="{FF2B5EF4-FFF2-40B4-BE49-F238E27FC236}">
                <a16:creationId xmlns:a16="http://schemas.microsoft.com/office/drawing/2014/main" id="{90B47CA7-097A-480F-A279-4873961A4F31}"/>
              </a:ext>
            </a:extLst>
          </p:cNvPr>
          <p:cNvSpPr txBox="1"/>
          <p:nvPr/>
        </p:nvSpPr>
        <p:spPr>
          <a:xfrm>
            <a:off x="5067407" y="2247307"/>
            <a:ext cx="1258781" cy="126302"/>
          </a:xfrm>
          <a:prstGeom prst="rect">
            <a:avLst/>
          </a:prstGeom>
          <a:noFill/>
        </p:spPr>
        <p:txBody>
          <a:bodyPr wrap="none" lIns="11800" tIns="11800" rIns="11800" bIns="0">
            <a:spAutoFit/>
          </a:bodyPr>
          <a:lstStyle/>
          <a:p>
            <a:pPr>
              <a:spcAft>
                <a:spcPts val="371"/>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en-US" sz="750" dirty="0">
                <a:solidFill>
                  <a:srgbClr val="FFFF00"/>
                </a:solidFill>
                <a:highlight>
                  <a:srgbClr val="000000"/>
                </a:highlight>
                <a:latin typeface="Malgun Gothic"/>
                <a:ea typeface="Malgun Gothic"/>
                <a:cs typeface="Malgun Gothic"/>
              </a:rPr>
              <a:t>toKo</a:t>
            </a: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한자 표시</a:t>
            </a:r>
            <a:endParaRPr sz="750" dirty="0">
              <a:solidFill>
                <a:srgbClr val="FFFF00"/>
              </a:solidFill>
              <a:highlight>
                <a:srgbClr val="000000"/>
              </a:highlight>
              <a:latin typeface="Malgun Gothic"/>
              <a:ea typeface="Malgun Gothic"/>
              <a:cs typeface="Malgun Gothic"/>
            </a:endParaRPr>
          </a:p>
        </p:txBody>
      </p:sp>
      <p:sp>
        <p:nvSpPr>
          <p:cNvPr id="38" name="직사각형 37">
            <a:extLst>
              <a:ext uri="{FF2B5EF4-FFF2-40B4-BE49-F238E27FC236}">
                <a16:creationId xmlns:a16="http://schemas.microsoft.com/office/drawing/2014/main" id="{47B413F7-7ACA-43AE-8941-51F41A7EF5D5}"/>
              </a:ext>
            </a:extLst>
          </p:cNvPr>
          <p:cNvSpPr/>
          <p:nvPr/>
        </p:nvSpPr>
        <p:spPr>
          <a:xfrm>
            <a:off x="3747997" y="2871493"/>
            <a:ext cx="2033381" cy="173891"/>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9" name="직사각형 38">
            <a:extLst>
              <a:ext uri="{FF2B5EF4-FFF2-40B4-BE49-F238E27FC236}">
                <a16:creationId xmlns:a16="http://schemas.microsoft.com/office/drawing/2014/main" id="{BDAB1E6F-EC99-4517-B58D-BDBB2D4D5CAA}"/>
              </a:ext>
            </a:extLst>
          </p:cNvPr>
          <p:cNvSpPr/>
          <p:nvPr/>
        </p:nvSpPr>
        <p:spPr>
          <a:xfrm>
            <a:off x="3747997" y="3524357"/>
            <a:ext cx="2033381" cy="171376"/>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40" name="TextBox 39">
            <a:extLst>
              <a:ext uri="{FF2B5EF4-FFF2-40B4-BE49-F238E27FC236}">
                <a16:creationId xmlns:a16="http://schemas.microsoft.com/office/drawing/2014/main" id="{8765D51D-A7AE-4B64-A8CD-10A8866BF7C0}"/>
              </a:ext>
            </a:extLst>
          </p:cNvPr>
          <p:cNvSpPr txBox="1"/>
          <p:nvPr/>
        </p:nvSpPr>
        <p:spPr>
          <a:xfrm>
            <a:off x="4815194" y="3048433"/>
            <a:ext cx="1932369" cy="450399"/>
          </a:xfrm>
          <a:prstGeom prst="rect">
            <a:avLst/>
          </a:prstGeom>
          <a:noFill/>
        </p:spPr>
        <p:txBody>
          <a:bodyPr wrap="square" lIns="11800" tIns="11800" rIns="11800" bIns="0">
            <a:spAutoFit/>
          </a:bodyPr>
          <a:lstStyle/>
          <a:p>
            <a:pPr>
              <a:spcAft>
                <a:spcPts val="371"/>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en-US" sz="750" dirty="0">
                <a:solidFill>
                  <a:srgbClr val="FFFF00"/>
                </a:solidFill>
                <a:highlight>
                  <a:srgbClr val="000000"/>
                </a:highlight>
                <a:latin typeface="Malgun Gothic"/>
                <a:ea typeface="Malgun Gothic"/>
                <a:cs typeface="Malgun Gothic"/>
              </a:rPr>
              <a:t>pointerover</a:t>
            </a:r>
            <a:r>
              <a:rPr lang="en-US" sz="750" dirty="0">
                <a:solidFill>
                  <a:srgbClr val="FFFF00"/>
                </a:solidFill>
                <a:highlight>
                  <a:srgbClr val="000000"/>
                </a:highlight>
                <a:latin typeface="Malgun Gothic"/>
                <a:ea typeface="Malgun Gothic"/>
                <a:cs typeface="Malgun Gothic"/>
              </a:rPr>
              <a:t> / pointer out</a:t>
            </a:r>
          </a:p>
          <a:p>
            <a:pPr>
              <a:spcAft>
                <a:spcPts val="371"/>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마우스 진입 </a:t>
            </a:r>
            <a:r>
              <a:rPr lang="en-US" altLang="ko-KR" sz="750" dirty="0">
                <a:solidFill>
                  <a:srgbClr val="FFFF00"/>
                </a:solidFill>
                <a:highlight>
                  <a:srgbClr val="000000"/>
                </a:highlight>
                <a:latin typeface="Malgun Gothic"/>
                <a:ea typeface="Malgun Gothic"/>
                <a:cs typeface="Malgun Gothic"/>
              </a:rPr>
              <a:t>-&gt; </a:t>
            </a:r>
            <a:r>
              <a:rPr lang="ko-KR" altLang="en-US" sz="750" dirty="0">
                <a:solidFill>
                  <a:srgbClr val="FFFF00"/>
                </a:solidFill>
                <a:highlight>
                  <a:srgbClr val="000000"/>
                </a:highlight>
                <a:latin typeface="Malgun Gothic"/>
                <a:ea typeface="Malgun Gothic"/>
                <a:cs typeface="Malgun Gothic"/>
              </a:rPr>
              <a:t>한자 표시</a:t>
            </a:r>
            <a:r>
              <a:rPr lang="en-US" altLang="ko-KR" sz="750" dirty="0">
                <a:solidFill>
                  <a:srgbClr val="FFFF00"/>
                </a:solidFill>
                <a:highlight>
                  <a:srgbClr val="000000"/>
                </a:highlight>
                <a:latin typeface="Malgun Gothic"/>
                <a:ea typeface="Malgun Gothic"/>
                <a:cs typeface="Malgun Gothic"/>
              </a:rPr>
              <a:t>/     </a:t>
            </a:r>
          </a:p>
          <a:p>
            <a:pPr>
              <a:spcAft>
                <a:spcPts val="371"/>
              </a:spcAft>
              <a:defRPr sz="950" b="1">
                <a:solidFill>
                  <a:srgbClr val="99C4EF"/>
                </a:solidFill>
                <a:latin typeface="Malgun Gothic"/>
                <a:ea typeface="Malgun Gothic"/>
                <a:cs typeface="Malgun Gothic"/>
              </a:defRPr>
            </a:pPr>
            <a:r>
              <a:rPr lang="en-US" altLang="ko-KR"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마우스 이탈 </a:t>
            </a:r>
            <a:r>
              <a:rPr lang="en-US" altLang="ko-KR" sz="750" dirty="0">
                <a:solidFill>
                  <a:srgbClr val="FFFF00"/>
                </a:solidFill>
                <a:highlight>
                  <a:srgbClr val="000000"/>
                </a:highlight>
                <a:latin typeface="Malgun Gothic"/>
                <a:ea typeface="Malgun Gothic"/>
                <a:cs typeface="Malgun Gothic"/>
              </a:rPr>
              <a:t>-&gt; </a:t>
            </a:r>
            <a:r>
              <a:rPr lang="ko-KR" altLang="en-US" sz="750" dirty="0">
                <a:solidFill>
                  <a:srgbClr val="FFFF00"/>
                </a:solidFill>
                <a:highlight>
                  <a:srgbClr val="000000"/>
                </a:highlight>
                <a:latin typeface="Malgun Gothic"/>
                <a:ea typeface="Malgun Gothic"/>
                <a:cs typeface="Malgun Gothic"/>
              </a:rPr>
              <a:t>한글 표시</a:t>
            </a:r>
          </a:p>
        </p:txBody>
      </p:sp>
      <p:sp>
        <p:nvSpPr>
          <p:cNvPr id="41" name="직사각형 40">
            <a:extLst>
              <a:ext uri="{FF2B5EF4-FFF2-40B4-BE49-F238E27FC236}">
                <a16:creationId xmlns:a16="http://schemas.microsoft.com/office/drawing/2014/main" id="{2CD045F4-9446-40CE-9C93-EF6E856B5A23}"/>
              </a:ext>
            </a:extLst>
          </p:cNvPr>
          <p:cNvSpPr/>
          <p:nvPr/>
        </p:nvSpPr>
        <p:spPr>
          <a:xfrm>
            <a:off x="6306576" y="3537760"/>
            <a:ext cx="2033381" cy="343472"/>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42" name="TextBox 41">
            <a:extLst>
              <a:ext uri="{FF2B5EF4-FFF2-40B4-BE49-F238E27FC236}">
                <a16:creationId xmlns:a16="http://schemas.microsoft.com/office/drawing/2014/main" id="{9C987063-D761-49EC-8B75-F2594AA5406D}"/>
              </a:ext>
            </a:extLst>
          </p:cNvPr>
          <p:cNvSpPr txBox="1"/>
          <p:nvPr/>
        </p:nvSpPr>
        <p:spPr>
          <a:xfrm>
            <a:off x="7405909" y="3368445"/>
            <a:ext cx="1189450" cy="126302"/>
          </a:xfrm>
          <a:prstGeom prst="rect">
            <a:avLst/>
          </a:prstGeom>
          <a:noFill/>
        </p:spPr>
        <p:txBody>
          <a:bodyPr wrap="none" lIns="11800" tIns="11800" rIns="11800" bIns="0">
            <a:spAutoFit/>
          </a:bodyPr>
          <a:lstStyle/>
          <a:p>
            <a:pPr>
              <a:spcAft>
                <a:spcPts val="371"/>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모바일 터치 전환</a:t>
            </a:r>
            <a:endParaRPr sz="750" dirty="0">
              <a:solidFill>
                <a:srgbClr val="FFFF00"/>
              </a:solidFill>
              <a:highlight>
                <a:srgbClr val="000000"/>
              </a:highlight>
              <a:latin typeface="Malgun Gothic"/>
              <a:ea typeface="Malgun Gothic"/>
              <a:cs typeface="Malgun Gothic"/>
            </a:endParaRPr>
          </a:p>
        </p:txBody>
      </p:sp>
      <p:sp>
        <p:nvSpPr>
          <p:cNvPr id="46"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16</a:t>
            </a:fld>
            <a:endParaRPr lang="en-US">
              <a:latin typeface="Malgun Gothic"/>
              <a:ea typeface="Malgun Gothic"/>
              <a:cs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42"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핵심 코드 02 (1/2)</a:t>
            </a:r>
            <a:endParaRPr lang="en-US" sz="900" dirty="0">
              <a:latin typeface="Malgun Gothic"/>
              <a:ea typeface="Malgun Gothic"/>
              <a:cs typeface="Malgun Gothic"/>
            </a:endParaRPr>
          </a:p>
        </p:txBody>
      </p:sp>
      <p:sp>
        <p:nvSpPr>
          <p:cNvPr id="43"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AI 라디오 — 역사 기사 오디오 콘텐츠 구현</a:t>
            </a:r>
            <a:endParaRPr lang="en-US" sz="2500" dirty="0">
              <a:latin typeface="Batang"/>
              <a:ea typeface="Batang"/>
              <a:cs typeface="Batang"/>
            </a:endParaRPr>
          </a:p>
        </p:txBody>
      </p:sp>
      <p:sp>
        <p:nvSpPr>
          <p:cNvPr id="5" name="TextBox 4"/>
          <p:cNvSpPr txBox="1"/>
          <p:nvPr/>
        </p:nvSpPr>
        <p:spPr>
          <a:xfrm>
            <a:off x="548640" y="914400"/>
            <a:ext cx="8046720" cy="201168"/>
          </a:xfrm>
          <a:prstGeom prst="rect">
            <a:avLst/>
          </a:prstGeom>
          <a:noFill/>
        </p:spPr>
        <p:txBody>
          <a:bodyPr wrap="square" lIns="0" tIns="0" rIns="0" bIns="0">
            <a:spAutoFit/>
          </a:bodyPr>
          <a:lstStyle/>
          <a:p>
            <a:pPr algn="l" marL="0" indent="0">
              <a:spcAft>
                <a:spcPts val="375"/>
              </a:spcAft>
              <a:defRPr sz="1000" b="0">
                <a:solidFill>
                  <a:srgbClr val="74695B"/>
                </a:solidFill>
                <a:latin typeface="Malgun Gothic"/>
                <a:ea typeface="Malgun Gothic"/>
                <a:cs typeface="Malgun Gothic"/>
              </a:defRPr>
            </a:pPr>
            <a:r>
              <a:rPr sz="1000">
                <a:latin typeface="Malgun Gothic"/>
                <a:ea typeface="Malgun Gothic"/>
                <a:cs typeface="Malgun Gothic"/>
              </a:rPr>
              <a:t>AI로 제작한 내레이션 음원을 사건별로 연결하고, 사용자 조작이 가능한 라디오 플레이어 구현</a:t>
            </a:r>
          </a:p>
        </p:txBody>
      </p:sp>
      <p:sp>
        <p:nvSpPr>
          <p:cNvPr id="6" name="TextBox 5"/>
          <p:cNvSpPr txBox="1"/>
          <p:nvPr/>
        </p:nvSpPr>
        <p:spPr>
          <a:xfrm>
            <a:off x="548640" y="1316830"/>
            <a:ext cx="3654077" cy="269719"/>
          </a:xfrm>
          <a:prstGeom prst="rect">
            <a:avLst/>
          </a:prstGeom>
          <a:noFill/>
        </p:spPr>
        <p:txBody>
          <a:bodyPr wrap="square">
            <a:spAutoFit/>
          </a:bodyPr>
          <a:lstStyle/>
          <a:p>
            <a:pPr>
              <a:spcAft>
                <a:spcPts val="350"/>
              </a:spcAft>
              <a:defRPr sz="1600" b="1">
                <a:solidFill>
                  <a:srgbClr val="2D4B7E"/>
                </a:solidFill>
                <a:latin typeface="Malgun Gothic"/>
                <a:ea typeface="Malgun Gothic"/>
                <a:cs typeface="Malgun Gothic"/>
              </a:defRPr>
            </a:pPr>
            <a:r>
              <a:rPr sz="1200" dirty="0">
                <a:latin typeface="Malgun Gothic"/>
                <a:ea typeface="Malgun Gothic"/>
                <a:cs typeface="Malgun Gothic"/>
              </a:rPr>
              <a:t>실제</a:t>
            </a:r>
            <a:r>
              <a:rPr sz="1200" dirty="0">
                <a:latin typeface="Malgun Gothic"/>
                <a:ea typeface="Malgun Gothic"/>
                <a:cs typeface="Malgun Gothic"/>
              </a:rPr>
              <a:t> </a:t>
            </a:r>
            <a:r>
              <a:rPr sz="1200" dirty="0">
                <a:latin typeface="Malgun Gothic"/>
                <a:ea typeface="Malgun Gothic"/>
                <a:cs typeface="Malgun Gothic"/>
              </a:rPr>
              <a:t>화면</a:t>
            </a:r>
            <a:endParaRPr sz="1200" dirty="0">
              <a:latin typeface="Malgun Gothic"/>
              <a:ea typeface="Malgun Gothic"/>
              <a:cs typeface="Malgun Gothic"/>
            </a:endParaRPr>
          </a:p>
        </p:txBody>
      </p:sp>
      <p:sp>
        <p:nvSpPr>
          <p:cNvPr id="7" name="TextBox 6"/>
          <p:cNvSpPr txBox="1"/>
          <p:nvPr/>
        </p:nvSpPr>
        <p:spPr>
          <a:xfrm>
            <a:off x="4202717" y="1261872"/>
            <a:ext cx="4166930" cy="269719"/>
          </a:xfrm>
          <a:prstGeom prst="rect">
            <a:avLst/>
          </a:prstGeom>
          <a:noFill/>
        </p:spPr>
        <p:txBody>
          <a:bodyPr wrap="square">
            <a:spAutoFit/>
          </a:bodyPr>
          <a:lstStyle/>
          <a:p>
            <a:pPr>
              <a:spcAft>
                <a:spcPts val="350"/>
              </a:spcAft>
              <a:defRPr sz="1600" b="1">
                <a:solidFill>
                  <a:srgbClr val="2D4B7E"/>
                </a:solidFill>
                <a:latin typeface="Malgun Gothic"/>
                <a:ea typeface="Malgun Gothic"/>
                <a:cs typeface="Malgun Gothic"/>
              </a:defRPr>
            </a:pPr>
            <a:r>
              <a:rPr sz="1200" dirty="0">
                <a:latin typeface="Malgun Gothic"/>
                <a:ea typeface="Malgun Gothic"/>
                <a:cs typeface="Malgun Gothic"/>
              </a:rPr>
              <a:t>핵심</a:t>
            </a:r>
            <a:r>
              <a:rPr sz="1200" dirty="0">
                <a:latin typeface="Malgun Gothic"/>
                <a:ea typeface="Malgun Gothic"/>
                <a:cs typeface="Malgun Gothic"/>
              </a:rPr>
              <a:t> </a:t>
            </a:r>
            <a:r>
              <a:rPr sz="1200" dirty="0">
                <a:latin typeface="Malgun Gothic"/>
                <a:ea typeface="Malgun Gothic"/>
                <a:cs typeface="Malgun Gothic"/>
              </a:rPr>
              <a:t>코드</a:t>
            </a:r>
            <a:endParaRPr sz="1200" dirty="0">
              <a:latin typeface="Malgun Gothic"/>
              <a:ea typeface="Malgun Gothic"/>
              <a:cs typeface="Malgun Gothic"/>
            </a:endParaRPr>
          </a:p>
        </p:txBody>
      </p:sp>
      <p:pic>
        <p:nvPicPr>
          <p:cNvPr id="27" name="그림 26">
            <a:extLst>
              <a:ext uri="{FF2B5EF4-FFF2-40B4-BE49-F238E27FC236}">
                <a16:creationId xmlns:a16="http://schemas.microsoft.com/office/drawing/2014/main" id="{2BAE8FF2-8504-4374-9BDB-184895CC49D6}"/>
              </a:ext>
            </a:extLst>
          </p:cNvPr>
          <p:cNvPicPr>
            <a:picLocks noChangeAspect="1"/>
          </p:cNvPicPr>
          <p:nvPr/>
        </p:nvPicPr>
        <p:blipFill rotWithShape="1">
          <a:blip r:embed="rId2"/>
          <a:srcRect t="7498" b="36858"/>
          <a:stretch/>
        </p:blipFill>
        <p:spPr>
          <a:xfrm>
            <a:off x="4298878" y="1696471"/>
            <a:ext cx="3372720" cy="2602743"/>
          </a:xfrm>
          <a:prstGeom prst="rect">
            <a:avLst/>
          </a:prstGeom>
        </p:spPr>
      </p:pic>
      <p:pic>
        <p:nvPicPr>
          <p:cNvPr id="30" name="그림 29">
            <a:extLst>
              <a:ext uri="{FF2B5EF4-FFF2-40B4-BE49-F238E27FC236}">
                <a16:creationId xmlns:a16="http://schemas.microsoft.com/office/drawing/2014/main" id="{A4B106D5-5D6F-4602-8108-A8737AA94514}"/>
              </a:ext>
            </a:extLst>
          </p:cNvPr>
          <p:cNvPicPr>
            <a:picLocks noChangeAspect="1"/>
          </p:cNvPicPr>
          <p:nvPr/>
        </p:nvPicPr>
        <p:blipFill rotWithShape="1">
          <a:blip r:embed="rId2"/>
          <a:srcRect t="89018" b="733"/>
          <a:stretch/>
        </p:blipFill>
        <p:spPr>
          <a:xfrm>
            <a:off x="5760275" y="2663034"/>
            <a:ext cx="2793624" cy="654520"/>
          </a:xfrm>
          <a:prstGeom prst="rect">
            <a:avLst/>
          </a:prstGeom>
        </p:spPr>
      </p:pic>
      <p:sp>
        <p:nvSpPr>
          <p:cNvPr id="33" name="TextBox 32">
            <a:extLst>
              <a:ext uri="{FF2B5EF4-FFF2-40B4-BE49-F238E27FC236}">
                <a16:creationId xmlns:a16="http://schemas.microsoft.com/office/drawing/2014/main" id="{47E7E8FF-99E1-4EBC-9CEF-DB517A88FB86}"/>
              </a:ext>
            </a:extLst>
          </p:cNvPr>
          <p:cNvSpPr txBox="1"/>
          <p:nvPr/>
        </p:nvSpPr>
        <p:spPr>
          <a:xfrm>
            <a:off x="4291754" y="1556213"/>
            <a:ext cx="1414859" cy="127068"/>
          </a:xfrm>
          <a:prstGeom prst="rect">
            <a:avLst/>
          </a:prstGeom>
          <a:noFill/>
        </p:spPr>
        <p:txBody>
          <a:bodyPr wrap="none" lIns="11871" tIns="11871" rIns="11871" bIns="0">
            <a:spAutoFit/>
          </a:bodyPr>
          <a:lstStyle/>
          <a:p>
            <a:pPr>
              <a:spcAft>
                <a:spcPts val="373"/>
              </a:spcAft>
              <a:defRPr sz="950" b="1">
                <a:solidFill>
                  <a:srgbClr val="99C4EF"/>
                </a:solidFill>
                <a:latin typeface="Malgun Gothic"/>
                <a:ea typeface="Malgun Gothic"/>
                <a:cs typeface="Malgun Gothic"/>
              </a:defRPr>
            </a:pPr>
            <a:r>
              <a:rPr lang="en-US" altLang="ko-KR" sz="750" dirty="0">
                <a:solidFill>
                  <a:srgbClr val="FFFF00"/>
                </a:solidFill>
                <a:highlight>
                  <a:srgbClr val="000000"/>
                </a:highlight>
                <a:latin typeface="Malgun Gothic"/>
                <a:ea typeface="Malgun Gothic"/>
                <a:cs typeface="Malgun Gothic"/>
              </a:rPr>
              <a:t>1. </a:t>
            </a:r>
            <a:r>
              <a:rPr lang="ko-KR" altLang="en-US" sz="750" dirty="0">
                <a:solidFill>
                  <a:srgbClr val="FFFF00"/>
                </a:solidFill>
                <a:highlight>
                  <a:srgbClr val="000000"/>
                </a:highlight>
                <a:latin typeface="Malgun Gothic"/>
                <a:ea typeface="Malgun Gothic"/>
                <a:cs typeface="Malgun Gothic"/>
              </a:rPr>
              <a:t>사건별 라디오 음원 설정 코드</a:t>
            </a:r>
          </a:p>
        </p:txBody>
      </p:sp>
      <p:sp>
        <p:nvSpPr>
          <p:cNvPr id="34" name="TextBox 33">
            <a:extLst>
              <a:ext uri="{FF2B5EF4-FFF2-40B4-BE49-F238E27FC236}">
                <a16:creationId xmlns:a16="http://schemas.microsoft.com/office/drawing/2014/main" id="{40C69546-1AF3-4708-BF31-F3AD6A977F72}"/>
              </a:ext>
            </a:extLst>
          </p:cNvPr>
          <p:cNvSpPr txBox="1"/>
          <p:nvPr/>
        </p:nvSpPr>
        <p:spPr>
          <a:xfrm>
            <a:off x="5742227" y="2514701"/>
            <a:ext cx="1414859" cy="127068"/>
          </a:xfrm>
          <a:prstGeom prst="rect">
            <a:avLst/>
          </a:prstGeom>
          <a:noFill/>
        </p:spPr>
        <p:txBody>
          <a:bodyPr wrap="none" lIns="11871" tIns="11871" rIns="11871" bIns="0">
            <a:spAutoFit/>
          </a:bodyPr>
          <a:lstStyle/>
          <a:p>
            <a:pPr>
              <a:spcAft>
                <a:spcPts val="373"/>
              </a:spcAft>
              <a:defRPr sz="950" b="1">
                <a:solidFill>
                  <a:srgbClr val="99C4EF"/>
                </a:solidFill>
                <a:latin typeface="Malgun Gothic"/>
                <a:ea typeface="Malgun Gothic"/>
                <a:cs typeface="Malgun Gothic"/>
              </a:defRPr>
            </a:pPr>
            <a:r>
              <a:rPr lang="en-US" altLang="ko-KR" sz="750" dirty="0">
                <a:solidFill>
                  <a:srgbClr val="FFFF00"/>
                </a:solidFill>
                <a:highlight>
                  <a:srgbClr val="000000"/>
                </a:highlight>
                <a:latin typeface="Malgun Gothic"/>
                <a:ea typeface="Malgun Gothic"/>
                <a:cs typeface="Malgun Gothic"/>
              </a:rPr>
              <a:t>2. </a:t>
            </a:r>
            <a:r>
              <a:rPr lang="ko-KR" altLang="en-US" sz="750" dirty="0">
                <a:solidFill>
                  <a:srgbClr val="FFFF00"/>
                </a:solidFill>
                <a:highlight>
                  <a:srgbClr val="000000"/>
                </a:highlight>
                <a:latin typeface="Malgun Gothic"/>
                <a:ea typeface="Malgun Gothic"/>
                <a:cs typeface="Malgun Gothic"/>
              </a:rPr>
              <a:t>재생 시간 및 진행률 표시</a:t>
            </a:r>
          </a:p>
        </p:txBody>
      </p:sp>
      <p:sp>
        <p:nvSpPr>
          <p:cNvPr id="35" name="직사각형 34">
            <a:extLst>
              <a:ext uri="{FF2B5EF4-FFF2-40B4-BE49-F238E27FC236}">
                <a16:creationId xmlns:a16="http://schemas.microsoft.com/office/drawing/2014/main" id="{E853C7D0-633E-448C-AB7C-D5EF5349E37A}"/>
              </a:ext>
            </a:extLst>
          </p:cNvPr>
          <p:cNvSpPr/>
          <p:nvPr/>
        </p:nvSpPr>
        <p:spPr>
          <a:xfrm>
            <a:off x="4397595" y="4025693"/>
            <a:ext cx="1104058" cy="15583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6" name="TextBox 35">
            <a:extLst>
              <a:ext uri="{FF2B5EF4-FFF2-40B4-BE49-F238E27FC236}">
                <a16:creationId xmlns:a16="http://schemas.microsoft.com/office/drawing/2014/main" id="{57209314-EF0E-4AA6-94AF-E060FD049F97}"/>
              </a:ext>
            </a:extLst>
          </p:cNvPr>
          <p:cNvSpPr txBox="1"/>
          <p:nvPr/>
        </p:nvSpPr>
        <p:spPr>
          <a:xfrm>
            <a:off x="5508776" y="4032816"/>
            <a:ext cx="1266408" cy="127068"/>
          </a:xfrm>
          <a:prstGeom prst="rect">
            <a:avLst/>
          </a:prstGeom>
          <a:noFill/>
        </p:spPr>
        <p:txBody>
          <a:bodyPr wrap="none" lIns="11871" tIns="11871" rIns="11871" bIns="0">
            <a:spAutoFit/>
          </a:bodyPr>
          <a:lstStyle/>
          <a:p>
            <a:pPr>
              <a:spcAft>
                <a:spcPts val="373"/>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오디오 플레이어 생성</a:t>
            </a:r>
            <a:endParaRPr sz="750" dirty="0">
              <a:solidFill>
                <a:srgbClr val="FFFF00"/>
              </a:solidFill>
              <a:highlight>
                <a:srgbClr val="000000"/>
              </a:highlight>
              <a:latin typeface="Malgun Gothic"/>
              <a:ea typeface="Malgun Gothic"/>
              <a:cs typeface="Malgun Gothic"/>
            </a:endParaRPr>
          </a:p>
        </p:txBody>
      </p:sp>
      <p:sp>
        <p:nvSpPr>
          <p:cNvPr id="37" name="직사각형 36">
            <a:extLst>
              <a:ext uri="{FF2B5EF4-FFF2-40B4-BE49-F238E27FC236}">
                <a16:creationId xmlns:a16="http://schemas.microsoft.com/office/drawing/2014/main" id="{1EFCE1C2-2643-47A9-B54D-943564140B22}"/>
              </a:ext>
            </a:extLst>
          </p:cNvPr>
          <p:cNvSpPr/>
          <p:nvPr/>
        </p:nvSpPr>
        <p:spPr>
          <a:xfrm>
            <a:off x="5985238" y="2694560"/>
            <a:ext cx="1603441" cy="15583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8" name="TextBox 37">
            <a:extLst>
              <a:ext uri="{FF2B5EF4-FFF2-40B4-BE49-F238E27FC236}">
                <a16:creationId xmlns:a16="http://schemas.microsoft.com/office/drawing/2014/main" id="{7E9EF0A6-6826-4C5B-8F65-6BCF2A10588B}"/>
              </a:ext>
            </a:extLst>
          </p:cNvPr>
          <p:cNvSpPr txBox="1"/>
          <p:nvPr/>
        </p:nvSpPr>
        <p:spPr>
          <a:xfrm>
            <a:off x="7112147" y="2708944"/>
            <a:ext cx="1483212" cy="127068"/>
          </a:xfrm>
          <a:prstGeom prst="rect">
            <a:avLst/>
          </a:prstGeom>
          <a:noFill/>
        </p:spPr>
        <p:txBody>
          <a:bodyPr wrap="none" lIns="11871" tIns="11871" rIns="11871" bIns="0">
            <a:spAutoFit/>
          </a:bodyPr>
          <a:lstStyle/>
          <a:p>
            <a:pPr>
              <a:spcAft>
                <a:spcPts val="373"/>
              </a:spcAft>
              <a:defRPr sz="950" b="1">
                <a:solidFill>
                  <a:srgbClr val="99C4EF"/>
                </a:solidFill>
                <a:latin typeface="Malgun Gothic"/>
                <a:ea typeface="Malgun Gothic"/>
                <a:cs typeface="Malgun Gothic"/>
              </a:defRPr>
            </a:pPr>
            <a:r>
              <a:rPr lang="en-US"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재생 시간</a:t>
            </a:r>
            <a:r>
              <a:rPr lang="en-US" altLang="ko-KR" sz="750" dirty="0">
                <a:solidFill>
                  <a:srgbClr val="FFFF00"/>
                </a:solidFill>
                <a:highlight>
                  <a:srgbClr val="000000"/>
                </a:highlight>
                <a:latin typeface="Malgun Gothic"/>
                <a:ea typeface="Malgun Gothic"/>
                <a:cs typeface="Malgun Gothic"/>
              </a:rPr>
              <a:t>, </a:t>
            </a:r>
            <a:r>
              <a:rPr lang="ko-KR" altLang="en-US" sz="750" dirty="0">
                <a:solidFill>
                  <a:srgbClr val="FFFF00"/>
                </a:solidFill>
                <a:highlight>
                  <a:srgbClr val="000000"/>
                </a:highlight>
                <a:latin typeface="Malgun Gothic"/>
                <a:ea typeface="Malgun Gothic"/>
                <a:cs typeface="Malgun Gothic"/>
              </a:rPr>
              <a:t>진행률 실시간 반영</a:t>
            </a:r>
            <a:endParaRPr sz="750" dirty="0">
              <a:solidFill>
                <a:srgbClr val="FFFF00"/>
              </a:solidFill>
              <a:highlight>
                <a:srgbClr val="000000"/>
              </a:highlight>
              <a:latin typeface="Malgun Gothic"/>
              <a:ea typeface="Malgun Gothic"/>
              <a:cs typeface="Malgun Gothic"/>
            </a:endParaRPr>
          </a:p>
        </p:txBody>
      </p:sp>
      <p:pic>
        <p:nvPicPr>
          <p:cNvPr id="40" name="그림 39">
            <a:extLst>
              <a:ext uri="{FF2B5EF4-FFF2-40B4-BE49-F238E27FC236}">
                <a16:creationId xmlns:a16="http://schemas.microsoft.com/office/drawing/2014/main" id="{D248B4A6-74BF-48D7-99AC-D0CA3D423AB3}"/>
              </a:ext>
            </a:extLst>
          </p:cNvPr>
          <p:cNvPicPr>
            <a:picLocks noChangeAspect="1"/>
          </p:cNvPicPr>
          <p:nvPr/>
        </p:nvPicPr>
        <p:blipFill>
          <a:blip r:embed="rId3"/>
          <a:stretch>
            <a:fillRect/>
          </a:stretch>
        </p:blipFill>
        <p:spPr>
          <a:xfrm>
            <a:off x="625990" y="1696471"/>
            <a:ext cx="3258751" cy="2030886"/>
          </a:xfrm>
          <a:prstGeom prst="rect">
            <a:avLst/>
          </a:prstGeom>
        </p:spPr>
      </p:pic>
      <p:sp>
        <p:nvSpPr>
          <p:cNvPr id="44"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17</a:t>
            </a:fld>
            <a:endParaRPr lang="en-US">
              <a:latin typeface="Malgun Gothic"/>
              <a:ea typeface="Malgun Gothic"/>
              <a:cs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1"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핵심 코드 02 (2/2)</a:t>
            </a:r>
            <a:endParaRPr lang="en-US" sz="900" dirty="0">
              <a:latin typeface="Malgun Gothic"/>
              <a:ea typeface="Malgun Gothic"/>
              <a:cs typeface="Malgun Gothic"/>
            </a:endParaRPr>
          </a:p>
        </p:txBody>
      </p:sp>
      <p:sp>
        <p:nvSpPr>
          <p:cNvPr id="32"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AI 라디오 — 역사 기사 오디오 콘텐츠 구현</a:t>
            </a:r>
            <a:endParaRPr lang="en-US" sz="2500" dirty="0">
              <a:latin typeface="Batang"/>
              <a:ea typeface="Batang"/>
              <a:cs typeface="Batang"/>
            </a:endParaRPr>
          </a:p>
        </p:txBody>
      </p:sp>
      <p:sp>
        <p:nvSpPr>
          <p:cNvPr id="5" name="TextBox 4"/>
          <p:cNvSpPr txBox="1"/>
          <p:nvPr/>
        </p:nvSpPr>
        <p:spPr>
          <a:xfrm>
            <a:off x="548640" y="914400"/>
            <a:ext cx="8046720" cy="201168"/>
          </a:xfrm>
          <a:prstGeom prst="rect">
            <a:avLst/>
          </a:prstGeom>
          <a:noFill/>
        </p:spPr>
        <p:txBody>
          <a:bodyPr wrap="square" lIns="0" tIns="0" rIns="0" bIns="0">
            <a:spAutoFit/>
          </a:bodyPr>
          <a:lstStyle/>
          <a:p>
            <a:pPr algn="l" marL="0" indent="0">
              <a:spcAft>
                <a:spcPts val="375"/>
              </a:spcAft>
              <a:defRPr sz="1000" b="0">
                <a:solidFill>
                  <a:srgbClr val="74695B"/>
                </a:solidFill>
                <a:latin typeface="Malgun Gothic"/>
                <a:ea typeface="Malgun Gothic"/>
                <a:cs typeface="Malgun Gothic"/>
              </a:defRPr>
            </a:pPr>
            <a:r>
              <a:rPr sz="1000">
                <a:latin typeface="Malgun Gothic"/>
                <a:ea typeface="Malgun Gothic"/>
                <a:cs typeface="Malgun Gothic"/>
              </a:rPr>
              <a:t>AI로 제작한 내레이션 음원을 사건별로 연결하고, 사용자 조작이 가능한 라디오 플레이어 구현</a:t>
            </a:r>
          </a:p>
        </p:txBody>
      </p:sp>
      <p:sp>
        <p:nvSpPr>
          <p:cNvPr id="6" name="TextBox 5"/>
          <p:cNvSpPr txBox="1"/>
          <p:nvPr/>
        </p:nvSpPr>
        <p:spPr>
          <a:xfrm>
            <a:off x="789905" y="1323865"/>
            <a:ext cx="3497901" cy="258191"/>
          </a:xfrm>
          <a:prstGeom prst="rect">
            <a:avLst/>
          </a:prstGeom>
          <a:noFill/>
        </p:spPr>
        <p:txBody>
          <a:bodyPr wrap="square">
            <a:spAutoFit/>
          </a:bodyPr>
          <a:lstStyle/>
          <a:p>
            <a:pPr>
              <a:spcAft>
                <a:spcPts val="335"/>
              </a:spcAft>
              <a:defRPr sz="1500" b="1">
                <a:solidFill>
                  <a:srgbClr val="2D4B7E"/>
                </a:solidFill>
                <a:latin typeface="Malgun Gothic"/>
                <a:ea typeface="Malgun Gothic"/>
                <a:cs typeface="Malgun Gothic"/>
              </a:defRPr>
            </a:pPr>
            <a:r>
              <a:rPr sz="1150" dirty="0">
                <a:latin typeface="Malgun Gothic"/>
                <a:ea typeface="Malgun Gothic"/>
                <a:cs typeface="Malgun Gothic"/>
              </a:rPr>
              <a:t>실제</a:t>
            </a:r>
            <a:r>
              <a:rPr sz="1150" dirty="0">
                <a:latin typeface="Malgun Gothic"/>
                <a:ea typeface="Malgun Gothic"/>
                <a:cs typeface="Malgun Gothic"/>
              </a:rPr>
              <a:t> </a:t>
            </a:r>
            <a:r>
              <a:rPr sz="1150" dirty="0">
                <a:latin typeface="Malgun Gothic"/>
                <a:ea typeface="Malgun Gothic"/>
                <a:cs typeface="Malgun Gothic"/>
              </a:rPr>
              <a:t>화면</a:t>
            </a:r>
            <a:endParaRPr sz="1150" dirty="0">
              <a:latin typeface="Malgun Gothic"/>
              <a:ea typeface="Malgun Gothic"/>
              <a:cs typeface="Malgun Gothic"/>
            </a:endParaRPr>
          </a:p>
        </p:txBody>
      </p:sp>
      <p:sp>
        <p:nvSpPr>
          <p:cNvPr id="7" name="TextBox 6"/>
          <p:cNvSpPr txBox="1"/>
          <p:nvPr/>
        </p:nvSpPr>
        <p:spPr>
          <a:xfrm>
            <a:off x="4365259" y="1261872"/>
            <a:ext cx="3988834" cy="258191"/>
          </a:xfrm>
          <a:prstGeom prst="rect">
            <a:avLst/>
          </a:prstGeom>
          <a:noFill/>
        </p:spPr>
        <p:txBody>
          <a:bodyPr wrap="square">
            <a:spAutoFit/>
          </a:bodyPr>
          <a:lstStyle/>
          <a:p>
            <a:pPr>
              <a:spcAft>
                <a:spcPts val="335"/>
              </a:spcAft>
              <a:defRPr sz="1500" b="1">
                <a:solidFill>
                  <a:srgbClr val="2D4B7E"/>
                </a:solidFill>
                <a:latin typeface="Malgun Gothic"/>
                <a:ea typeface="Malgun Gothic"/>
                <a:cs typeface="Malgun Gothic"/>
              </a:defRPr>
            </a:pPr>
            <a:r>
              <a:rPr sz="1150" dirty="0">
                <a:latin typeface="Malgun Gothic"/>
                <a:ea typeface="Malgun Gothic"/>
                <a:cs typeface="Malgun Gothic"/>
              </a:rPr>
              <a:t>핵심</a:t>
            </a:r>
            <a:r>
              <a:rPr sz="1150" dirty="0">
                <a:latin typeface="Malgun Gothic"/>
                <a:ea typeface="Malgun Gothic"/>
                <a:cs typeface="Malgun Gothic"/>
              </a:rPr>
              <a:t> </a:t>
            </a:r>
            <a:r>
              <a:rPr sz="1150" dirty="0">
                <a:latin typeface="Malgun Gothic"/>
                <a:ea typeface="Malgun Gothic"/>
                <a:cs typeface="Malgun Gothic"/>
              </a:rPr>
              <a:t>코드</a:t>
            </a:r>
            <a:endParaRPr sz="1150" dirty="0">
              <a:latin typeface="Malgun Gothic"/>
              <a:ea typeface="Malgun Gothic"/>
              <a:cs typeface="Malgun Gothic"/>
            </a:endParaRPr>
          </a:p>
        </p:txBody>
      </p:sp>
      <p:pic>
        <p:nvPicPr>
          <p:cNvPr id="9" name="Picture 8" descr="image(20261023-025343).png"/>
          <p:cNvPicPr>
            <a:picLocks noChangeAspect="1"/>
          </p:cNvPicPr>
          <p:nvPr/>
        </p:nvPicPr>
        <p:blipFill>
          <a:blip r:embed="rId2"/>
          <a:stretch>
            <a:fillRect/>
          </a:stretch>
        </p:blipFill>
        <p:spPr>
          <a:xfrm>
            <a:off x="867356" y="1713168"/>
            <a:ext cx="3265591" cy="1906047"/>
          </a:xfrm>
          <a:prstGeom prst="rect">
            <a:avLst/>
          </a:prstGeom>
        </p:spPr>
      </p:pic>
      <p:pic>
        <p:nvPicPr>
          <p:cNvPr id="29" name="그림 28">
            <a:extLst>
              <a:ext uri="{FF2B5EF4-FFF2-40B4-BE49-F238E27FC236}">
                <a16:creationId xmlns:a16="http://schemas.microsoft.com/office/drawing/2014/main" id="{73E4349D-CBB4-4087-8BE6-62805658FFB9}"/>
              </a:ext>
            </a:extLst>
          </p:cNvPr>
          <p:cNvPicPr>
            <a:picLocks noChangeAspect="1"/>
          </p:cNvPicPr>
          <p:nvPr/>
        </p:nvPicPr>
        <p:blipFill rotWithShape="1">
          <a:blip r:embed="rId3"/>
          <a:srcRect t="31017" b="730"/>
          <a:stretch/>
        </p:blipFill>
        <p:spPr>
          <a:xfrm>
            <a:off x="4447081" y="1682900"/>
            <a:ext cx="2863778" cy="2934819"/>
          </a:xfrm>
          <a:prstGeom prst="rect">
            <a:avLst/>
          </a:prstGeom>
        </p:spPr>
      </p:pic>
      <p:sp>
        <p:nvSpPr>
          <p:cNvPr id="13" name="TextBox 12">
            <a:extLst>
              <a:ext uri="{FF2B5EF4-FFF2-40B4-BE49-F238E27FC236}">
                <a16:creationId xmlns:a16="http://schemas.microsoft.com/office/drawing/2014/main" id="{7FA26FA0-A3F9-4F59-858B-A9BAF2C42095}"/>
              </a:ext>
            </a:extLst>
          </p:cNvPr>
          <p:cNvSpPr txBox="1"/>
          <p:nvPr/>
        </p:nvSpPr>
        <p:spPr>
          <a:xfrm>
            <a:off x="4447081" y="1540663"/>
            <a:ext cx="1637982" cy="121637"/>
          </a:xfrm>
          <a:prstGeom prst="rect">
            <a:avLst/>
          </a:prstGeom>
          <a:noFill/>
        </p:spPr>
        <p:txBody>
          <a:bodyPr wrap="none" lIns="11364" tIns="11364" rIns="11364" bIns="0">
            <a:spAutoFit/>
          </a:bodyPr>
          <a:lstStyle/>
          <a:p>
            <a:pPr>
              <a:spcAft>
                <a:spcPts val="357"/>
              </a:spcAft>
              <a:defRPr sz="900" b="1">
                <a:solidFill>
                  <a:srgbClr val="99C4EF"/>
                </a:solidFill>
                <a:latin typeface="Malgun Gothic"/>
                <a:ea typeface="Malgun Gothic"/>
                <a:cs typeface="Malgun Gothic"/>
              </a:defRPr>
            </a:pPr>
            <a:r>
              <a:rPr lang="en-US" altLang="ko-KR" sz="700" dirty="0">
                <a:solidFill>
                  <a:srgbClr val="FFFF00"/>
                </a:solidFill>
                <a:highlight>
                  <a:srgbClr val="000000"/>
                </a:highlight>
                <a:latin typeface="Malgun Gothic"/>
                <a:ea typeface="Malgun Gothic"/>
                <a:cs typeface="Malgun Gothic"/>
              </a:rPr>
              <a:t>3. </a:t>
            </a:r>
            <a:r>
              <a:rPr lang="ko-KR" altLang="en-US" sz="700" dirty="0">
                <a:solidFill>
                  <a:srgbClr val="FFFF00"/>
                </a:solidFill>
                <a:highlight>
                  <a:srgbClr val="000000"/>
                </a:highlight>
                <a:latin typeface="Malgun Gothic"/>
                <a:ea typeface="Malgun Gothic"/>
                <a:cs typeface="Malgun Gothic"/>
              </a:rPr>
              <a:t>재생 상태 및 파형 애니메이션 코드</a:t>
            </a:r>
          </a:p>
        </p:txBody>
      </p:sp>
      <p:sp>
        <p:nvSpPr>
          <p:cNvPr id="14" name="TextBox 13">
            <a:extLst>
              <a:ext uri="{FF2B5EF4-FFF2-40B4-BE49-F238E27FC236}">
                <a16:creationId xmlns:a16="http://schemas.microsoft.com/office/drawing/2014/main" id="{0CB88406-0272-4F1E-A070-5DFDE8A631A2}"/>
              </a:ext>
            </a:extLst>
          </p:cNvPr>
          <p:cNvSpPr txBox="1"/>
          <p:nvPr/>
        </p:nvSpPr>
        <p:spPr>
          <a:xfrm>
            <a:off x="4808463" y="3497579"/>
            <a:ext cx="1637982" cy="121637"/>
          </a:xfrm>
          <a:prstGeom prst="rect">
            <a:avLst/>
          </a:prstGeom>
          <a:noFill/>
        </p:spPr>
        <p:txBody>
          <a:bodyPr wrap="none" lIns="11364" tIns="11364" rIns="11364" bIns="0">
            <a:spAutoFit/>
          </a:bodyPr>
          <a:lstStyle/>
          <a:p>
            <a:pPr>
              <a:spcAft>
                <a:spcPts val="357"/>
              </a:spcAft>
              <a:defRPr sz="900" b="1">
                <a:solidFill>
                  <a:srgbClr val="99C4EF"/>
                </a:solidFill>
                <a:latin typeface="Malgun Gothic"/>
                <a:ea typeface="Malgun Gothic"/>
                <a:cs typeface="Malgun Gothic"/>
              </a:defRPr>
            </a:pPr>
            <a:r>
              <a:rPr lang="en-US" altLang="ko-KR" sz="700" dirty="0">
                <a:solidFill>
                  <a:srgbClr val="FFFF00"/>
                </a:solidFill>
                <a:highlight>
                  <a:srgbClr val="000000"/>
                </a:highlight>
                <a:latin typeface="Malgun Gothic"/>
                <a:ea typeface="Malgun Gothic"/>
                <a:cs typeface="Malgun Gothic"/>
              </a:rPr>
              <a:t>4. </a:t>
            </a:r>
            <a:r>
              <a:rPr lang="ko-KR" altLang="en-US" sz="700" dirty="0">
                <a:solidFill>
                  <a:srgbClr val="FFFF00"/>
                </a:solidFill>
                <a:highlight>
                  <a:srgbClr val="000000"/>
                </a:highlight>
                <a:latin typeface="Malgun Gothic"/>
                <a:ea typeface="Malgun Gothic"/>
                <a:cs typeface="Malgun Gothic"/>
              </a:rPr>
              <a:t>재생</a:t>
            </a:r>
            <a:r>
              <a:rPr lang="en-US" altLang="ko-KR"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일시정지 및 구간 이동 코드</a:t>
            </a:r>
          </a:p>
        </p:txBody>
      </p:sp>
      <p:sp>
        <p:nvSpPr>
          <p:cNvPr id="15" name="TextBox 14">
            <a:extLst>
              <a:ext uri="{FF2B5EF4-FFF2-40B4-BE49-F238E27FC236}">
                <a16:creationId xmlns:a16="http://schemas.microsoft.com/office/drawing/2014/main" id="{8FA779E7-0A0B-4897-89AD-D8FA58F5BB4B}"/>
              </a:ext>
            </a:extLst>
          </p:cNvPr>
          <p:cNvSpPr txBox="1"/>
          <p:nvPr/>
        </p:nvSpPr>
        <p:spPr>
          <a:xfrm>
            <a:off x="5627454" y="1682900"/>
            <a:ext cx="1778865" cy="121637"/>
          </a:xfrm>
          <a:prstGeom prst="rect">
            <a:avLst/>
          </a:prstGeom>
          <a:noFill/>
        </p:spPr>
        <p:txBody>
          <a:bodyPr wrap="none" lIns="11364" tIns="11364" rIns="11364" bIns="0">
            <a:spAutoFit/>
          </a:bodyPr>
          <a:lstStyle/>
          <a:p>
            <a:pPr>
              <a:spcAft>
                <a:spcPts val="357"/>
              </a:spcAft>
              <a:defRPr sz="9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재생 시 파형 애니메이션 활성화</a:t>
            </a:r>
            <a:endParaRPr sz="700" dirty="0">
              <a:solidFill>
                <a:srgbClr val="FFFF00"/>
              </a:solidFill>
              <a:highlight>
                <a:srgbClr val="000000"/>
              </a:highlight>
              <a:latin typeface="Malgun Gothic"/>
              <a:ea typeface="Malgun Gothic"/>
              <a:cs typeface="Malgun Gothic"/>
            </a:endParaRPr>
          </a:p>
        </p:txBody>
      </p:sp>
      <p:sp>
        <p:nvSpPr>
          <p:cNvPr id="16" name="직사각형 15">
            <a:extLst>
              <a:ext uri="{FF2B5EF4-FFF2-40B4-BE49-F238E27FC236}">
                <a16:creationId xmlns:a16="http://schemas.microsoft.com/office/drawing/2014/main" id="{DB33303A-44AE-4E08-88B7-E8730AEFF227}"/>
              </a:ext>
            </a:extLst>
          </p:cNvPr>
          <p:cNvSpPr/>
          <p:nvPr/>
        </p:nvSpPr>
        <p:spPr>
          <a:xfrm>
            <a:off x="4475124" y="1682900"/>
            <a:ext cx="1152330" cy="14917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17" name="직사각형 16">
            <a:extLst>
              <a:ext uri="{FF2B5EF4-FFF2-40B4-BE49-F238E27FC236}">
                <a16:creationId xmlns:a16="http://schemas.microsoft.com/office/drawing/2014/main" id="{7C0D1F74-4F67-49AB-9571-DEB867B94A3E}"/>
              </a:ext>
            </a:extLst>
          </p:cNvPr>
          <p:cNvSpPr/>
          <p:nvPr/>
        </p:nvSpPr>
        <p:spPr>
          <a:xfrm>
            <a:off x="4522853" y="3623689"/>
            <a:ext cx="858365" cy="14917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0" name="TextBox 19">
            <a:extLst>
              <a:ext uri="{FF2B5EF4-FFF2-40B4-BE49-F238E27FC236}">
                <a16:creationId xmlns:a16="http://schemas.microsoft.com/office/drawing/2014/main" id="{78E2631E-2B1E-41A6-9FE4-AD5C4299E6EC}"/>
              </a:ext>
            </a:extLst>
          </p:cNvPr>
          <p:cNvSpPr txBox="1"/>
          <p:nvPr/>
        </p:nvSpPr>
        <p:spPr>
          <a:xfrm>
            <a:off x="5360763" y="3631453"/>
            <a:ext cx="1778865" cy="121637"/>
          </a:xfrm>
          <a:prstGeom prst="rect">
            <a:avLst/>
          </a:prstGeom>
          <a:noFill/>
        </p:spPr>
        <p:txBody>
          <a:bodyPr wrap="square" lIns="11364" tIns="11364" rIns="11364" bIns="0">
            <a:spAutoFit/>
          </a:bodyPr>
          <a:lstStyle/>
          <a:p>
            <a:pPr>
              <a:spcAft>
                <a:spcPts val="357"/>
              </a:spcAft>
              <a:defRPr sz="9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재생</a:t>
            </a:r>
            <a:r>
              <a:rPr lang="en-US" altLang="ko-KR" sz="700" dirty="0">
                <a:solidFill>
                  <a:srgbClr val="FFFF00"/>
                </a:solidFill>
                <a:highlight>
                  <a:srgbClr val="000000"/>
                </a:highlight>
                <a:latin typeface="Malgun Gothic"/>
                <a:ea typeface="Malgun Gothic"/>
                <a:cs typeface="Malgun Gothic"/>
              </a:rPr>
              <a:t>,</a:t>
            </a:r>
            <a:r>
              <a:rPr lang="ko-KR" altLang="en-US" sz="700" dirty="0">
                <a:solidFill>
                  <a:srgbClr val="FFFF00"/>
                </a:solidFill>
                <a:highlight>
                  <a:srgbClr val="000000"/>
                </a:highlight>
                <a:latin typeface="Malgun Gothic"/>
                <a:ea typeface="Malgun Gothic"/>
                <a:cs typeface="Malgun Gothic"/>
              </a:rPr>
              <a:t>일시정지 제어</a:t>
            </a:r>
            <a:endParaRPr sz="700" dirty="0">
              <a:solidFill>
                <a:srgbClr val="FFFF00"/>
              </a:solidFill>
              <a:highlight>
                <a:srgbClr val="000000"/>
              </a:highlight>
              <a:latin typeface="Malgun Gothic"/>
              <a:ea typeface="Malgun Gothic"/>
              <a:cs typeface="Malgun Gothic"/>
            </a:endParaRPr>
          </a:p>
        </p:txBody>
      </p:sp>
      <p:sp>
        <p:nvSpPr>
          <p:cNvPr id="21" name="직사각형 20">
            <a:extLst>
              <a:ext uri="{FF2B5EF4-FFF2-40B4-BE49-F238E27FC236}">
                <a16:creationId xmlns:a16="http://schemas.microsoft.com/office/drawing/2014/main" id="{133E5E9E-14F2-4858-8CCC-0220E8B3D8A0}"/>
              </a:ext>
            </a:extLst>
          </p:cNvPr>
          <p:cNvSpPr/>
          <p:nvPr/>
        </p:nvSpPr>
        <p:spPr>
          <a:xfrm>
            <a:off x="4522853" y="3984610"/>
            <a:ext cx="858365" cy="14917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2" name="TextBox 21">
            <a:extLst>
              <a:ext uri="{FF2B5EF4-FFF2-40B4-BE49-F238E27FC236}">
                <a16:creationId xmlns:a16="http://schemas.microsoft.com/office/drawing/2014/main" id="{5DF381AA-0B2A-4BE3-9183-02307AFE2407}"/>
              </a:ext>
            </a:extLst>
          </p:cNvPr>
          <p:cNvSpPr txBox="1"/>
          <p:nvPr/>
        </p:nvSpPr>
        <p:spPr>
          <a:xfrm>
            <a:off x="5360762" y="4013641"/>
            <a:ext cx="1778865" cy="121637"/>
          </a:xfrm>
          <a:prstGeom prst="rect">
            <a:avLst/>
          </a:prstGeom>
          <a:noFill/>
        </p:spPr>
        <p:txBody>
          <a:bodyPr wrap="square" lIns="11364" tIns="11364" rIns="11364" bIns="0">
            <a:spAutoFit/>
          </a:bodyPr>
          <a:lstStyle/>
          <a:p>
            <a:pPr>
              <a:spcAft>
                <a:spcPts val="357"/>
              </a:spcAft>
              <a:defRPr sz="9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재생</a:t>
            </a:r>
            <a:r>
              <a:rPr lang="en-US" altLang="ko-KR"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위치 이동</a:t>
            </a:r>
            <a:endParaRPr sz="700" dirty="0">
              <a:solidFill>
                <a:srgbClr val="FFFF00"/>
              </a:solidFill>
              <a:highlight>
                <a:srgbClr val="000000"/>
              </a:highlight>
              <a:latin typeface="Malgun Gothic"/>
              <a:ea typeface="Malgun Gothic"/>
              <a:cs typeface="Malgun Gothic"/>
            </a:endParaRPr>
          </a:p>
        </p:txBody>
      </p:sp>
      <p:sp>
        <p:nvSpPr>
          <p:cNvPr id="23" name="직사각형 22">
            <a:extLst>
              <a:ext uri="{FF2B5EF4-FFF2-40B4-BE49-F238E27FC236}">
                <a16:creationId xmlns:a16="http://schemas.microsoft.com/office/drawing/2014/main" id="{E495449C-9A23-42B1-A927-816716CD725A}"/>
              </a:ext>
            </a:extLst>
          </p:cNvPr>
          <p:cNvSpPr/>
          <p:nvPr/>
        </p:nvSpPr>
        <p:spPr>
          <a:xfrm>
            <a:off x="4522853" y="4345531"/>
            <a:ext cx="1403846" cy="14917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4" name="TextBox 23">
            <a:extLst>
              <a:ext uri="{FF2B5EF4-FFF2-40B4-BE49-F238E27FC236}">
                <a16:creationId xmlns:a16="http://schemas.microsoft.com/office/drawing/2014/main" id="{0EDC95A3-8AC2-489D-91C2-A22CFF0C5E83}"/>
              </a:ext>
            </a:extLst>
          </p:cNvPr>
          <p:cNvSpPr txBox="1"/>
          <p:nvPr/>
        </p:nvSpPr>
        <p:spPr>
          <a:xfrm>
            <a:off x="5926700" y="4356574"/>
            <a:ext cx="1926232" cy="121637"/>
          </a:xfrm>
          <a:prstGeom prst="rect">
            <a:avLst/>
          </a:prstGeom>
          <a:noFill/>
        </p:spPr>
        <p:txBody>
          <a:bodyPr wrap="none" lIns="11364" tIns="11364" rIns="11364" bIns="0">
            <a:spAutoFit/>
          </a:bodyPr>
          <a:lstStyle/>
          <a:p>
            <a:pPr>
              <a:spcAft>
                <a:spcPts val="357"/>
              </a:spcAft>
              <a:defRPr sz="9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사건</a:t>
            </a:r>
            <a:r>
              <a:rPr lang="en-US" altLang="ko-KR" sz="700" dirty="0">
                <a:solidFill>
                  <a:srgbClr val="FFFF00"/>
                </a:solidFill>
                <a:highlight>
                  <a:srgbClr val="000000"/>
                </a:highlight>
                <a:latin typeface="Malgun Gothic"/>
                <a:ea typeface="Malgun Gothic"/>
                <a:cs typeface="Malgun Gothic"/>
              </a:rPr>
              <a:t>ID</a:t>
            </a:r>
            <a:r>
              <a:rPr lang="ko-KR" altLang="en-US" sz="700" dirty="0">
                <a:solidFill>
                  <a:srgbClr val="FFFF00"/>
                </a:solidFill>
                <a:highlight>
                  <a:srgbClr val="000000"/>
                </a:highlight>
                <a:latin typeface="Malgun Gothic"/>
                <a:ea typeface="Malgun Gothic"/>
                <a:cs typeface="Malgun Gothic"/>
              </a:rPr>
              <a:t>에 따라 해당 </a:t>
            </a:r>
            <a:r>
              <a:rPr lang="en-US" altLang="ko-KR" sz="700" dirty="0">
                <a:solidFill>
                  <a:srgbClr val="FFFF00"/>
                </a:solidFill>
                <a:highlight>
                  <a:srgbClr val="000000"/>
                </a:highlight>
                <a:latin typeface="Malgun Gothic"/>
                <a:ea typeface="Malgun Gothic"/>
                <a:cs typeface="Malgun Gothic"/>
              </a:rPr>
              <a:t>MP3 </a:t>
            </a:r>
            <a:r>
              <a:rPr lang="ko-KR" altLang="en-US" sz="700" dirty="0">
                <a:solidFill>
                  <a:srgbClr val="FFFF00"/>
                </a:solidFill>
                <a:highlight>
                  <a:srgbClr val="000000"/>
                </a:highlight>
                <a:latin typeface="Malgun Gothic"/>
                <a:ea typeface="Malgun Gothic"/>
                <a:cs typeface="Malgun Gothic"/>
              </a:rPr>
              <a:t>파일</a:t>
            </a:r>
            <a:r>
              <a:rPr lang="en-US" altLang="ko-KR"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경로를 설정</a:t>
            </a:r>
            <a:endParaRPr sz="700" dirty="0">
              <a:solidFill>
                <a:srgbClr val="FFFF00"/>
              </a:solidFill>
              <a:highlight>
                <a:srgbClr val="000000"/>
              </a:highlight>
              <a:latin typeface="Malgun Gothic"/>
              <a:ea typeface="Malgun Gothic"/>
              <a:cs typeface="Malgun Gothic"/>
            </a:endParaRPr>
          </a:p>
        </p:txBody>
      </p:sp>
      <p:sp>
        <p:nvSpPr>
          <p:cNvPr id="3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18</a:t>
            </a:fld>
            <a:endParaRPr lang="en-US">
              <a:latin typeface="Malgun Gothic"/>
              <a:ea typeface="Malgun Gothic"/>
              <a:cs typeface="Malgun Gothic"/>
            </a:endParaRPr>
          </a:p>
        </p:txBody>
      </p:sp>
    </p:spTree>
    <p:extLst>
      <p:ext uri="{BB962C8B-B14F-4D97-AF65-F5344CB8AC3E}">
        <p14:creationId xmlns:p14="http://schemas.microsoft.com/office/powerpoint/2010/main" val="2916114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2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핵심 코드 03 (1/2)</a:t>
            </a:r>
            <a:endParaRPr lang="en-US" sz="900" dirty="0">
              <a:latin typeface="Malgun Gothic"/>
              <a:ea typeface="Malgun Gothic"/>
              <a:cs typeface="Malgun Gothic"/>
            </a:endParaRPr>
          </a:p>
        </p:txBody>
      </p:sp>
      <p:sp>
        <p:nvSpPr>
          <p:cNvPr id="2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3D 식자실 — 역사 체험형 게임 구현</a:t>
            </a:r>
            <a:endParaRPr lang="en-US" sz="2500" dirty="0">
              <a:latin typeface="Batang"/>
              <a:ea typeface="Batang"/>
              <a:cs typeface="Batang"/>
            </a:endParaRPr>
          </a:p>
        </p:txBody>
      </p:sp>
      <p:sp>
        <p:nvSpPr>
          <p:cNvPr id="3" name="TextBox 2"/>
          <p:cNvSpPr txBox="1"/>
          <p:nvPr/>
        </p:nvSpPr>
        <p:spPr>
          <a:xfrm>
            <a:off x="548640" y="914400"/>
            <a:ext cx="8046720" cy="201168"/>
          </a:xfrm>
          <a:prstGeom prst="rect">
            <a:avLst/>
          </a:prstGeom>
          <a:noFill/>
        </p:spPr>
        <p:txBody>
          <a:bodyPr wrap="square" lIns="0" tIns="0" rIns="0" bIns="0">
            <a:spAutoFit/>
          </a:bodyPr>
          <a:lstStyle/>
          <a:p>
            <a:pPr algn="l" marL="0" indent="0">
              <a:spcAft>
                <a:spcPts val="375"/>
              </a:spcAft>
              <a:defRPr sz="1000" b="0">
                <a:solidFill>
                  <a:srgbClr val="766B5E"/>
                </a:solidFill>
                <a:latin typeface="Malgun Gothic"/>
                <a:ea typeface="Malgun Gothic"/>
                <a:cs typeface="Malgun Gothic"/>
              </a:defRPr>
            </a:pPr>
            <a:r>
              <a:rPr sz="1000">
                <a:latin typeface="Malgun Gothic"/>
                <a:ea typeface="Malgun Gothic"/>
                <a:cs typeface="Malgun Gothic"/>
              </a:rPr>
              <a:t>역사 자료를 기반으로 퀴즈를 구성하고, 3D 공간을 탐색하는 체험형 콘텐츠 구현</a:t>
            </a:r>
          </a:p>
        </p:txBody>
      </p:sp>
      <p:sp>
        <p:nvSpPr>
          <p:cNvPr id="4" name="TextBox 3"/>
          <p:cNvSpPr txBox="1"/>
          <p:nvPr/>
        </p:nvSpPr>
        <p:spPr>
          <a:xfrm>
            <a:off x="1097084" y="1261872"/>
            <a:ext cx="2825134" cy="237727"/>
          </a:xfrm>
          <a:prstGeom prst="rect">
            <a:avLst/>
          </a:prstGeom>
          <a:noFill/>
        </p:spPr>
        <p:txBody>
          <a:bodyPr wrap="square">
            <a:spAutoFit/>
          </a:bodyPr>
          <a:lstStyle/>
          <a:p>
            <a:pPr>
              <a:spcAft>
                <a:spcPts val="308"/>
              </a:spcAft>
              <a:defRPr sz="1400" b="1">
                <a:solidFill>
                  <a:srgbClr val="2B4877"/>
                </a:solidFill>
                <a:latin typeface="Malgun Gothic"/>
                <a:ea typeface="Malgun Gothic"/>
                <a:cs typeface="Malgun Gothic"/>
              </a:defRPr>
            </a:pPr>
            <a:r>
              <a:rPr sz="1050" dirty="0">
                <a:latin typeface="Malgun Gothic"/>
                <a:ea typeface="Malgun Gothic"/>
                <a:cs typeface="Malgun Gothic"/>
              </a:rPr>
              <a:t>실제</a:t>
            </a:r>
            <a:r>
              <a:rPr sz="1050" dirty="0">
                <a:latin typeface="Malgun Gothic"/>
                <a:ea typeface="Malgun Gothic"/>
                <a:cs typeface="Malgun Gothic"/>
              </a:rPr>
              <a:t> </a:t>
            </a:r>
            <a:r>
              <a:rPr sz="1050" dirty="0">
                <a:latin typeface="Malgun Gothic"/>
                <a:ea typeface="Malgun Gothic"/>
                <a:cs typeface="Malgun Gothic"/>
              </a:rPr>
              <a:t>화면</a:t>
            </a:r>
            <a:endParaRPr sz="1050" dirty="0">
              <a:latin typeface="Malgun Gothic"/>
              <a:ea typeface="Malgun Gothic"/>
              <a:cs typeface="Malgun Gothic"/>
            </a:endParaRPr>
          </a:p>
        </p:txBody>
      </p:sp>
      <p:sp>
        <p:nvSpPr>
          <p:cNvPr id="5" name="TextBox 4"/>
          <p:cNvSpPr txBox="1"/>
          <p:nvPr/>
        </p:nvSpPr>
        <p:spPr>
          <a:xfrm>
            <a:off x="4656754" y="1263343"/>
            <a:ext cx="3390161" cy="237727"/>
          </a:xfrm>
          <a:prstGeom prst="rect">
            <a:avLst/>
          </a:prstGeom>
          <a:noFill/>
        </p:spPr>
        <p:txBody>
          <a:bodyPr wrap="square">
            <a:spAutoFit/>
          </a:bodyPr>
          <a:lstStyle/>
          <a:p>
            <a:pPr>
              <a:spcAft>
                <a:spcPts val="308"/>
              </a:spcAft>
              <a:defRPr sz="1400" b="1">
                <a:solidFill>
                  <a:srgbClr val="2B4877"/>
                </a:solidFill>
                <a:latin typeface="Malgun Gothic"/>
                <a:ea typeface="Malgun Gothic"/>
                <a:cs typeface="Malgun Gothic"/>
              </a:defRPr>
            </a:pPr>
            <a:r>
              <a:rPr sz="1050" dirty="0">
                <a:latin typeface="Malgun Gothic"/>
                <a:ea typeface="Malgun Gothic"/>
                <a:cs typeface="Malgun Gothic"/>
              </a:rPr>
              <a:t>핵심</a:t>
            </a:r>
            <a:r>
              <a:rPr sz="1050" dirty="0">
                <a:latin typeface="Malgun Gothic"/>
                <a:ea typeface="Malgun Gothic"/>
                <a:cs typeface="Malgun Gothic"/>
              </a:rPr>
              <a:t> </a:t>
            </a:r>
            <a:r>
              <a:rPr sz="1050" dirty="0">
                <a:latin typeface="Malgun Gothic"/>
                <a:ea typeface="Malgun Gothic"/>
                <a:cs typeface="Malgun Gothic"/>
              </a:rPr>
              <a:t>코드</a:t>
            </a:r>
            <a:endParaRPr sz="1050" dirty="0">
              <a:latin typeface="Malgun Gothic"/>
              <a:ea typeface="Malgun Gothic"/>
              <a:cs typeface="Malgun Gothic"/>
            </a:endParaRPr>
          </a:p>
        </p:txBody>
      </p:sp>
      <p:pic>
        <p:nvPicPr>
          <p:cNvPr id="7" name="Picture 6" descr="image(20261023-033440).png"/>
          <p:cNvPicPr>
            <a:picLocks noChangeAspect="1"/>
          </p:cNvPicPr>
          <p:nvPr/>
        </p:nvPicPr>
        <p:blipFill>
          <a:blip r:embed="rId2"/>
          <a:stretch>
            <a:fillRect/>
          </a:stretch>
        </p:blipFill>
        <p:spPr>
          <a:xfrm>
            <a:off x="1200671" y="1499600"/>
            <a:ext cx="3061747" cy="1596338"/>
          </a:xfrm>
          <a:prstGeom prst="rect">
            <a:avLst/>
          </a:prstGeom>
        </p:spPr>
      </p:pic>
      <p:pic>
        <p:nvPicPr>
          <p:cNvPr id="11" name="Picture 10" descr="6(1).png"/>
          <p:cNvPicPr>
            <a:picLocks noChangeAspect="1"/>
          </p:cNvPicPr>
          <p:nvPr/>
        </p:nvPicPr>
        <p:blipFill rotWithShape="1">
          <a:blip r:embed="rId3"/>
          <a:srcRect t="-5316"/>
          <a:stretch/>
        </p:blipFill>
        <p:spPr>
          <a:xfrm>
            <a:off x="1200671" y="3201385"/>
            <a:ext cx="3061747" cy="1416334"/>
          </a:xfrm>
          <a:prstGeom prst="rect">
            <a:avLst/>
          </a:prstGeom>
        </p:spPr>
      </p:pic>
      <p:pic>
        <p:nvPicPr>
          <p:cNvPr id="12" name="Picture 11" descr="7.png"/>
          <p:cNvPicPr>
            <a:picLocks noChangeAspect="1"/>
          </p:cNvPicPr>
          <p:nvPr/>
        </p:nvPicPr>
        <p:blipFill>
          <a:blip r:embed="rId4"/>
          <a:stretch>
            <a:fillRect/>
          </a:stretch>
        </p:blipFill>
        <p:spPr>
          <a:xfrm>
            <a:off x="4707479" y="1610725"/>
            <a:ext cx="2972294" cy="3006994"/>
          </a:xfrm>
          <a:prstGeom prst="rect">
            <a:avLst/>
          </a:prstGeom>
        </p:spPr>
      </p:pic>
      <p:sp>
        <p:nvSpPr>
          <p:cNvPr id="16" name="TextBox 15">
            <a:extLst>
              <a:ext uri="{FF2B5EF4-FFF2-40B4-BE49-F238E27FC236}">
                <a16:creationId xmlns:a16="http://schemas.microsoft.com/office/drawing/2014/main" id="{99DDA914-D4D2-41F9-90F0-C3EF7D2DCEFE}"/>
              </a:ext>
            </a:extLst>
          </p:cNvPr>
          <p:cNvSpPr txBox="1"/>
          <p:nvPr/>
        </p:nvSpPr>
        <p:spPr>
          <a:xfrm>
            <a:off x="1194393" y="3152327"/>
            <a:ext cx="1247037" cy="111996"/>
          </a:xfrm>
          <a:prstGeom prst="rect">
            <a:avLst/>
          </a:prstGeom>
          <a:noFill/>
        </p:spPr>
        <p:txBody>
          <a:bodyPr wrap="square" lIns="10463" tIns="10463" rIns="10463" bIns="0">
            <a:spAutoFit/>
          </a:bodyPr>
          <a:lstStyle/>
          <a:p>
            <a:pPr>
              <a:spcAft>
                <a:spcPts val="329"/>
              </a:spcAft>
              <a:defRPr sz="800" b="1">
                <a:solidFill>
                  <a:srgbClr val="99C4EF"/>
                </a:solidFill>
                <a:latin typeface="Malgun Gothic"/>
                <a:ea typeface="Malgun Gothic"/>
                <a:cs typeface="Malgun Gothic"/>
              </a:defRPr>
            </a:pPr>
            <a:r>
              <a:rPr lang="en-US" altLang="ko-KR" sz="700" dirty="0">
                <a:solidFill>
                  <a:srgbClr val="FFFF00"/>
                </a:solidFill>
                <a:highlight>
                  <a:srgbClr val="000000"/>
                </a:highlight>
                <a:latin typeface="Malgun Gothic"/>
                <a:ea typeface="Malgun Gothic"/>
                <a:cs typeface="Malgun Gothic"/>
              </a:rPr>
              <a:t>1. </a:t>
            </a:r>
            <a:r>
              <a:rPr lang="ko-KR" altLang="en-US" sz="700" dirty="0">
                <a:solidFill>
                  <a:srgbClr val="FFFF00"/>
                </a:solidFill>
                <a:highlight>
                  <a:srgbClr val="000000"/>
                </a:highlight>
                <a:latin typeface="Malgun Gothic"/>
                <a:ea typeface="Malgun Gothic"/>
                <a:cs typeface="Malgun Gothic"/>
              </a:rPr>
              <a:t>문제 데이터 구조</a:t>
            </a:r>
          </a:p>
        </p:txBody>
      </p:sp>
      <p:sp>
        <p:nvSpPr>
          <p:cNvPr id="17" name="TextBox 16">
            <a:extLst>
              <a:ext uri="{FF2B5EF4-FFF2-40B4-BE49-F238E27FC236}">
                <a16:creationId xmlns:a16="http://schemas.microsoft.com/office/drawing/2014/main" id="{46ACB73D-1BD1-461F-A1DC-83A0A5657682}"/>
              </a:ext>
            </a:extLst>
          </p:cNvPr>
          <p:cNvSpPr txBox="1"/>
          <p:nvPr/>
        </p:nvSpPr>
        <p:spPr>
          <a:xfrm>
            <a:off x="2028143" y="3374758"/>
            <a:ext cx="1746540" cy="111996"/>
          </a:xfrm>
          <a:prstGeom prst="rect">
            <a:avLst/>
          </a:prstGeom>
          <a:noFill/>
        </p:spPr>
        <p:txBody>
          <a:bodyPr wrap="none" lIns="10463" tIns="10463" rIns="10463" bIns="0">
            <a:spAutoFit/>
          </a:bodyPr>
          <a:lstStyle/>
          <a:p>
            <a:pPr>
              <a:spcAft>
                <a:spcPts val="329"/>
              </a:spcAft>
              <a:defRPr sz="8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역사 기반 퀴즈 데이터 및 정답</a:t>
            </a:r>
            <a:r>
              <a:rPr lang="en-US" altLang="ko-KR"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힌트 설정</a:t>
            </a:r>
            <a:endParaRPr sz="700" dirty="0">
              <a:solidFill>
                <a:srgbClr val="FFFF00"/>
              </a:solidFill>
              <a:highlight>
                <a:srgbClr val="000000"/>
              </a:highlight>
              <a:latin typeface="Malgun Gothic"/>
              <a:ea typeface="Malgun Gothic"/>
              <a:cs typeface="Malgun Gothic"/>
            </a:endParaRPr>
          </a:p>
        </p:txBody>
      </p:sp>
      <p:sp>
        <p:nvSpPr>
          <p:cNvPr id="18" name="TextBox 17">
            <a:extLst>
              <a:ext uri="{FF2B5EF4-FFF2-40B4-BE49-F238E27FC236}">
                <a16:creationId xmlns:a16="http://schemas.microsoft.com/office/drawing/2014/main" id="{EED4AA30-32E1-4C0C-BA14-3A815D16D812}"/>
              </a:ext>
            </a:extLst>
          </p:cNvPr>
          <p:cNvSpPr txBox="1"/>
          <p:nvPr/>
        </p:nvSpPr>
        <p:spPr>
          <a:xfrm>
            <a:off x="4707479" y="1473275"/>
            <a:ext cx="1247037" cy="111996"/>
          </a:xfrm>
          <a:prstGeom prst="rect">
            <a:avLst/>
          </a:prstGeom>
          <a:noFill/>
        </p:spPr>
        <p:txBody>
          <a:bodyPr wrap="none" lIns="10463" tIns="10463" rIns="10463" bIns="0">
            <a:spAutoFit/>
          </a:bodyPr>
          <a:lstStyle/>
          <a:p>
            <a:pPr>
              <a:spcAft>
                <a:spcPts val="329"/>
              </a:spcAft>
              <a:defRPr sz="800" b="1">
                <a:solidFill>
                  <a:srgbClr val="99C4EF"/>
                </a:solidFill>
                <a:latin typeface="Malgun Gothic"/>
                <a:ea typeface="Malgun Gothic"/>
                <a:cs typeface="Malgun Gothic"/>
              </a:defRPr>
            </a:pPr>
            <a:r>
              <a:rPr lang="en-US" altLang="ko-KR" sz="700" dirty="0">
                <a:solidFill>
                  <a:srgbClr val="FFFF00"/>
                </a:solidFill>
                <a:highlight>
                  <a:srgbClr val="000000"/>
                </a:highlight>
                <a:latin typeface="Malgun Gothic"/>
                <a:ea typeface="Malgun Gothic"/>
                <a:cs typeface="Malgun Gothic"/>
              </a:rPr>
              <a:t>2. 3D</a:t>
            </a:r>
            <a:r>
              <a:rPr lang="ko-KR" altLang="en-US" sz="700" dirty="0">
                <a:solidFill>
                  <a:srgbClr val="FFFF00"/>
                </a:solidFill>
                <a:highlight>
                  <a:srgbClr val="000000"/>
                </a:highlight>
                <a:latin typeface="Malgun Gothic"/>
                <a:ea typeface="Malgun Gothic"/>
                <a:cs typeface="Malgun Gothic"/>
              </a:rPr>
              <a:t>공간 이동 구조 코드</a:t>
            </a:r>
          </a:p>
        </p:txBody>
      </p:sp>
      <p:sp>
        <p:nvSpPr>
          <p:cNvPr id="19" name="직사각형 18">
            <a:extLst>
              <a:ext uri="{FF2B5EF4-FFF2-40B4-BE49-F238E27FC236}">
                <a16:creationId xmlns:a16="http://schemas.microsoft.com/office/drawing/2014/main" id="{9DEADE36-5495-40E7-9FB2-5E8C9DB5A284}"/>
              </a:ext>
            </a:extLst>
          </p:cNvPr>
          <p:cNvSpPr/>
          <p:nvPr/>
        </p:nvSpPr>
        <p:spPr>
          <a:xfrm>
            <a:off x="4800500" y="2229092"/>
            <a:ext cx="1060995" cy="137353"/>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0" name="직사각형 19">
            <a:extLst>
              <a:ext uri="{FF2B5EF4-FFF2-40B4-BE49-F238E27FC236}">
                <a16:creationId xmlns:a16="http://schemas.microsoft.com/office/drawing/2014/main" id="{DD7A0AA6-9159-4F2F-B7A3-220EAC5AADAA}"/>
              </a:ext>
            </a:extLst>
          </p:cNvPr>
          <p:cNvSpPr/>
          <p:nvPr/>
        </p:nvSpPr>
        <p:spPr>
          <a:xfrm>
            <a:off x="4745148" y="3637644"/>
            <a:ext cx="1060995" cy="137353"/>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1" name="TextBox 20">
            <a:extLst>
              <a:ext uri="{FF2B5EF4-FFF2-40B4-BE49-F238E27FC236}">
                <a16:creationId xmlns:a16="http://schemas.microsoft.com/office/drawing/2014/main" id="{36B17681-6B91-470F-A8F1-156E00B32767}"/>
              </a:ext>
            </a:extLst>
          </p:cNvPr>
          <p:cNvSpPr txBox="1"/>
          <p:nvPr/>
        </p:nvSpPr>
        <p:spPr>
          <a:xfrm>
            <a:off x="5655196" y="2506338"/>
            <a:ext cx="1746540" cy="111996"/>
          </a:xfrm>
          <a:prstGeom prst="rect">
            <a:avLst/>
          </a:prstGeom>
          <a:noFill/>
        </p:spPr>
        <p:txBody>
          <a:bodyPr wrap="square" lIns="10463" tIns="10463" rIns="10463" bIns="0">
            <a:spAutoFit/>
          </a:bodyPr>
          <a:lstStyle/>
          <a:p>
            <a:pPr>
              <a:spcAft>
                <a:spcPts val="329"/>
              </a:spcAft>
              <a:defRPr sz="8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en-US" altLang="ko-KR" sz="700" dirty="0">
                <a:solidFill>
                  <a:srgbClr val="FFFF00"/>
                </a:solidFill>
                <a:highlight>
                  <a:srgbClr val="000000"/>
                </a:highlight>
                <a:latin typeface="Malgun Gothic"/>
                <a:ea typeface="Malgun Gothic"/>
                <a:cs typeface="Malgun Gothic"/>
              </a:rPr>
              <a:t>3D </a:t>
            </a:r>
            <a:r>
              <a:rPr lang="ko-KR" altLang="en-US" sz="700" dirty="0">
                <a:solidFill>
                  <a:srgbClr val="FFFF00"/>
                </a:solidFill>
                <a:highlight>
                  <a:srgbClr val="000000"/>
                </a:highlight>
                <a:latin typeface="Malgun Gothic"/>
                <a:ea typeface="Malgun Gothic"/>
                <a:cs typeface="Malgun Gothic"/>
              </a:rPr>
              <a:t>이동 경로 및 높이 계산</a:t>
            </a:r>
            <a:endParaRPr sz="700" dirty="0">
              <a:solidFill>
                <a:srgbClr val="FFFF00"/>
              </a:solidFill>
              <a:highlight>
                <a:srgbClr val="000000"/>
              </a:highlight>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19</a:t>
            </a:fld>
            <a:endParaRPr lang="en-US">
              <a:latin typeface="Malgun Gothic"/>
              <a:ea typeface="Malgun Gothic"/>
              <a:cs typeface="Malgu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25"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04  핵심 기술과 구현 · 핵심 코드 03 (2/2)</a:t>
            </a:r>
            <a:endParaRPr lang="en-US" sz="900" dirty="0">
              <a:latin typeface="Malgun Gothic"/>
              <a:ea typeface="Malgun Gothic"/>
              <a:cs typeface="Malgun Gothic"/>
            </a:endParaRPr>
          </a:p>
        </p:txBody>
      </p:sp>
      <p:sp>
        <p:nvSpPr>
          <p:cNvPr id="26"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3D 식자실 — PC·모바일 조작 대응</a:t>
            </a:r>
            <a:endParaRPr lang="en-US" sz="2500" dirty="0">
              <a:latin typeface="Batang"/>
              <a:ea typeface="Batang"/>
              <a:cs typeface="Batang"/>
            </a:endParaRPr>
          </a:p>
        </p:txBody>
      </p:sp>
      <p:sp>
        <p:nvSpPr>
          <p:cNvPr id="3" name="TextBox 2"/>
          <p:cNvSpPr txBox="1"/>
          <p:nvPr/>
        </p:nvSpPr>
        <p:spPr>
          <a:xfrm>
            <a:off x="548640" y="914400"/>
            <a:ext cx="8046720" cy="201168"/>
          </a:xfrm>
          <a:prstGeom prst="rect">
            <a:avLst/>
          </a:prstGeom>
          <a:noFill/>
        </p:spPr>
        <p:txBody>
          <a:bodyPr wrap="square" lIns="0" tIns="0" rIns="0" bIns="0">
            <a:spAutoFit/>
          </a:bodyPr>
          <a:lstStyle/>
          <a:p>
            <a:pPr algn="l" marL="0" indent="0">
              <a:spcAft>
                <a:spcPts val="375"/>
              </a:spcAft>
              <a:defRPr sz="1000" b="0">
                <a:solidFill>
                  <a:srgbClr val="766B5E"/>
                </a:solidFill>
                <a:latin typeface="Malgun Gothic"/>
                <a:ea typeface="Malgun Gothic"/>
                <a:cs typeface="Malgun Gothic"/>
              </a:defRPr>
            </a:pPr>
            <a:r>
              <a:rPr sz="1000">
                <a:latin typeface="Malgun Gothic"/>
                <a:ea typeface="Malgun Gothic"/>
                <a:cs typeface="Malgun Gothic"/>
              </a:rPr>
              <a:t>PC의 마우스·키보드 조작과 모바일 터치 환경을 구분해 사용자 조작 인터페이스 구성</a:t>
            </a:r>
          </a:p>
        </p:txBody>
      </p:sp>
      <p:sp>
        <p:nvSpPr>
          <p:cNvPr id="4" name="TextBox 3"/>
          <p:cNvSpPr txBox="1"/>
          <p:nvPr/>
        </p:nvSpPr>
        <p:spPr>
          <a:xfrm>
            <a:off x="1203313" y="1335203"/>
            <a:ext cx="2749948" cy="231400"/>
          </a:xfrm>
          <a:prstGeom prst="rect">
            <a:avLst/>
          </a:prstGeom>
          <a:noFill/>
        </p:spPr>
        <p:txBody>
          <a:bodyPr wrap="square">
            <a:spAutoFit/>
          </a:bodyPr>
          <a:lstStyle/>
          <a:p>
            <a:pPr>
              <a:spcAft>
                <a:spcPts val="300"/>
              </a:spcAft>
              <a:defRPr sz="1350" b="1">
                <a:solidFill>
                  <a:srgbClr val="2B4877"/>
                </a:solidFill>
                <a:latin typeface="Malgun Gothic"/>
                <a:ea typeface="Malgun Gothic"/>
                <a:cs typeface="Malgun Gothic"/>
              </a:defRPr>
            </a:pPr>
            <a:r>
              <a:rPr sz="1000" dirty="0">
                <a:latin typeface="Malgun Gothic"/>
                <a:ea typeface="Malgun Gothic"/>
                <a:cs typeface="Malgun Gothic"/>
              </a:rPr>
              <a:t>실제</a:t>
            </a:r>
            <a:r>
              <a:rPr sz="1000" dirty="0">
                <a:latin typeface="Malgun Gothic"/>
                <a:ea typeface="Malgun Gothic"/>
                <a:cs typeface="Malgun Gothic"/>
              </a:rPr>
              <a:t> </a:t>
            </a:r>
            <a:r>
              <a:rPr sz="1000" dirty="0">
                <a:latin typeface="Malgun Gothic"/>
                <a:ea typeface="Malgun Gothic"/>
                <a:cs typeface="Malgun Gothic"/>
              </a:rPr>
              <a:t>화면</a:t>
            </a:r>
            <a:endParaRPr sz="1000" dirty="0">
              <a:latin typeface="Malgun Gothic"/>
              <a:ea typeface="Malgun Gothic"/>
              <a:cs typeface="Malgun Gothic"/>
            </a:endParaRPr>
          </a:p>
        </p:txBody>
      </p:sp>
      <p:sp>
        <p:nvSpPr>
          <p:cNvPr id="5" name="TextBox 4"/>
          <p:cNvSpPr txBox="1"/>
          <p:nvPr/>
        </p:nvSpPr>
        <p:spPr>
          <a:xfrm>
            <a:off x="4640748" y="1261872"/>
            <a:ext cx="3299937" cy="231400"/>
          </a:xfrm>
          <a:prstGeom prst="rect">
            <a:avLst/>
          </a:prstGeom>
          <a:noFill/>
        </p:spPr>
        <p:txBody>
          <a:bodyPr wrap="square">
            <a:spAutoFit/>
          </a:bodyPr>
          <a:lstStyle/>
          <a:p>
            <a:pPr>
              <a:spcAft>
                <a:spcPts val="300"/>
              </a:spcAft>
              <a:defRPr sz="1350" b="1">
                <a:solidFill>
                  <a:srgbClr val="2B4877"/>
                </a:solidFill>
                <a:latin typeface="Malgun Gothic"/>
                <a:ea typeface="Malgun Gothic"/>
                <a:cs typeface="Malgun Gothic"/>
              </a:defRPr>
            </a:pPr>
            <a:r>
              <a:rPr sz="1000" dirty="0">
                <a:latin typeface="Malgun Gothic"/>
                <a:ea typeface="Malgun Gothic"/>
                <a:cs typeface="Malgun Gothic"/>
              </a:rPr>
              <a:t>핵심</a:t>
            </a:r>
            <a:r>
              <a:rPr sz="1000" dirty="0">
                <a:latin typeface="Malgun Gothic"/>
                <a:ea typeface="Malgun Gothic"/>
                <a:cs typeface="Malgun Gothic"/>
              </a:rPr>
              <a:t> </a:t>
            </a:r>
            <a:r>
              <a:rPr sz="1000" dirty="0">
                <a:latin typeface="Malgun Gothic"/>
                <a:ea typeface="Malgun Gothic"/>
                <a:cs typeface="Malgun Gothic"/>
              </a:rPr>
              <a:t>코드</a:t>
            </a:r>
            <a:endParaRPr sz="1000" dirty="0">
              <a:latin typeface="Malgun Gothic"/>
              <a:ea typeface="Malgun Gothic"/>
              <a:cs typeface="Malgun Gothic"/>
            </a:endParaRPr>
          </a:p>
        </p:txBody>
      </p:sp>
      <p:pic>
        <p:nvPicPr>
          <p:cNvPr id="11" name="Picture 10" descr="8.png"/>
          <p:cNvPicPr>
            <a:picLocks noChangeAspect="1"/>
          </p:cNvPicPr>
          <p:nvPr/>
        </p:nvPicPr>
        <p:blipFill>
          <a:blip r:embed="rId2"/>
          <a:stretch>
            <a:fillRect/>
          </a:stretch>
        </p:blipFill>
        <p:spPr>
          <a:xfrm>
            <a:off x="4694146" y="1609276"/>
            <a:ext cx="3220641" cy="3008443"/>
          </a:xfrm>
          <a:prstGeom prst="rect">
            <a:avLst/>
          </a:prstGeom>
        </p:spPr>
      </p:pic>
      <p:sp>
        <p:nvSpPr>
          <p:cNvPr id="13" name="TextBox 12">
            <a:extLst>
              <a:ext uri="{FF2B5EF4-FFF2-40B4-BE49-F238E27FC236}">
                <a16:creationId xmlns:a16="http://schemas.microsoft.com/office/drawing/2014/main" id="{4B1D4850-622A-4D53-9588-92D6CC9C5865}"/>
              </a:ext>
            </a:extLst>
          </p:cNvPr>
          <p:cNvSpPr txBox="1"/>
          <p:nvPr/>
        </p:nvSpPr>
        <p:spPr>
          <a:xfrm>
            <a:off x="4694146" y="1482867"/>
            <a:ext cx="1854199" cy="109015"/>
          </a:xfrm>
          <a:prstGeom prst="rect">
            <a:avLst/>
          </a:prstGeom>
          <a:noFill/>
        </p:spPr>
        <p:txBody>
          <a:bodyPr wrap="none" lIns="10184" tIns="10184" rIns="10184" bIns="0">
            <a:spAutoFit/>
          </a:bodyPr>
          <a:lstStyle/>
          <a:p>
            <a:pPr>
              <a:spcAft>
                <a:spcPts val="320"/>
              </a:spcAft>
              <a:defRPr sz="800" b="1">
                <a:solidFill>
                  <a:srgbClr val="99C4EF"/>
                </a:solidFill>
                <a:latin typeface="Malgun Gothic"/>
                <a:ea typeface="Malgun Gothic"/>
                <a:cs typeface="Malgun Gothic"/>
              </a:defRPr>
            </a:pPr>
            <a:r>
              <a:rPr lang="en-US" altLang="ko-KR" sz="700" dirty="0">
                <a:solidFill>
                  <a:srgbClr val="FFFF00"/>
                </a:solidFill>
                <a:highlight>
                  <a:srgbClr val="000000"/>
                </a:highlight>
                <a:latin typeface="Malgun Gothic"/>
                <a:ea typeface="Malgun Gothic"/>
                <a:cs typeface="Malgun Gothic"/>
              </a:rPr>
              <a:t>3. </a:t>
            </a:r>
            <a:r>
              <a:rPr lang="ko-KR" altLang="en-US" sz="700" dirty="0">
                <a:solidFill>
                  <a:srgbClr val="FFFF00"/>
                </a:solidFill>
                <a:highlight>
                  <a:srgbClr val="000000"/>
                </a:highlight>
                <a:latin typeface="Malgun Gothic"/>
                <a:ea typeface="Malgun Gothic"/>
                <a:cs typeface="Malgun Gothic"/>
              </a:rPr>
              <a:t>모바일 터치 조작 및 상호작용 </a:t>
            </a:r>
            <a:r>
              <a:rPr lang="en-US" altLang="ko-KR" sz="700" dirty="0">
                <a:solidFill>
                  <a:srgbClr val="FFFF00"/>
                </a:solidFill>
                <a:highlight>
                  <a:srgbClr val="000000"/>
                </a:highlight>
                <a:latin typeface="Malgun Gothic"/>
                <a:ea typeface="Malgun Gothic"/>
                <a:cs typeface="Malgun Gothic"/>
              </a:rPr>
              <a:t>UI</a:t>
            </a:r>
            <a:r>
              <a:rPr lang="ko-KR" altLang="en-US" sz="700" dirty="0">
                <a:solidFill>
                  <a:srgbClr val="FFFF00"/>
                </a:solidFill>
                <a:highlight>
                  <a:srgbClr val="000000"/>
                </a:highlight>
                <a:latin typeface="Malgun Gothic"/>
                <a:ea typeface="Malgun Gothic"/>
                <a:cs typeface="Malgun Gothic"/>
              </a:rPr>
              <a:t>연결 코드</a:t>
            </a:r>
          </a:p>
        </p:txBody>
      </p:sp>
      <p:sp>
        <p:nvSpPr>
          <p:cNvPr id="14" name="TextBox 13">
            <a:extLst>
              <a:ext uri="{FF2B5EF4-FFF2-40B4-BE49-F238E27FC236}">
                <a16:creationId xmlns:a16="http://schemas.microsoft.com/office/drawing/2014/main" id="{9604865C-3A77-40A0-84DA-2B93A6889A38}"/>
              </a:ext>
            </a:extLst>
          </p:cNvPr>
          <p:cNvSpPr txBox="1"/>
          <p:nvPr/>
        </p:nvSpPr>
        <p:spPr>
          <a:xfrm>
            <a:off x="5895926" y="1940418"/>
            <a:ext cx="1700059" cy="109015"/>
          </a:xfrm>
          <a:prstGeom prst="rect">
            <a:avLst/>
          </a:prstGeom>
          <a:noFill/>
        </p:spPr>
        <p:txBody>
          <a:bodyPr wrap="square" lIns="10184" tIns="10184" rIns="10184" bIns="0">
            <a:spAutoFit/>
          </a:bodyPr>
          <a:lstStyle/>
          <a:p>
            <a:pPr>
              <a:spcAft>
                <a:spcPts val="320"/>
              </a:spcAft>
              <a:defRPr sz="8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모바일 환경 감지</a:t>
            </a:r>
            <a:endParaRPr sz="700" dirty="0">
              <a:solidFill>
                <a:srgbClr val="FFFF00"/>
              </a:solidFill>
              <a:highlight>
                <a:srgbClr val="000000"/>
              </a:highlight>
              <a:latin typeface="Malgun Gothic"/>
              <a:ea typeface="Malgun Gothic"/>
              <a:cs typeface="Malgun Gothic"/>
            </a:endParaRPr>
          </a:p>
        </p:txBody>
      </p:sp>
      <p:sp>
        <p:nvSpPr>
          <p:cNvPr id="15" name="직사각형 14">
            <a:extLst>
              <a:ext uri="{FF2B5EF4-FFF2-40B4-BE49-F238E27FC236}">
                <a16:creationId xmlns:a16="http://schemas.microsoft.com/office/drawing/2014/main" id="{CD574F0D-F677-491C-A40A-2A90C06BA177}"/>
              </a:ext>
            </a:extLst>
          </p:cNvPr>
          <p:cNvSpPr/>
          <p:nvPr/>
        </p:nvSpPr>
        <p:spPr>
          <a:xfrm>
            <a:off x="4857057" y="1931574"/>
            <a:ext cx="1032758" cy="13369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16" name="직사각형 15">
            <a:extLst>
              <a:ext uri="{FF2B5EF4-FFF2-40B4-BE49-F238E27FC236}">
                <a16:creationId xmlns:a16="http://schemas.microsoft.com/office/drawing/2014/main" id="{5FAFA75B-64DE-45FD-8958-A6C11F346BCA}"/>
              </a:ext>
            </a:extLst>
          </p:cNvPr>
          <p:cNvSpPr/>
          <p:nvPr/>
        </p:nvSpPr>
        <p:spPr>
          <a:xfrm>
            <a:off x="4795947" y="2909970"/>
            <a:ext cx="1032758" cy="133697"/>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17" name="TextBox 16">
            <a:extLst>
              <a:ext uri="{FF2B5EF4-FFF2-40B4-BE49-F238E27FC236}">
                <a16:creationId xmlns:a16="http://schemas.microsoft.com/office/drawing/2014/main" id="{A0470CD7-2122-4F0F-94CF-C325B16AB8FB}"/>
              </a:ext>
            </a:extLst>
          </p:cNvPr>
          <p:cNvSpPr txBox="1"/>
          <p:nvPr/>
        </p:nvSpPr>
        <p:spPr>
          <a:xfrm>
            <a:off x="5859260" y="2922896"/>
            <a:ext cx="1700059" cy="109015"/>
          </a:xfrm>
          <a:prstGeom prst="rect">
            <a:avLst/>
          </a:prstGeom>
          <a:noFill/>
        </p:spPr>
        <p:txBody>
          <a:bodyPr wrap="square" lIns="10184" tIns="10184" rIns="10184" bIns="0">
            <a:spAutoFit/>
          </a:bodyPr>
          <a:lstStyle/>
          <a:p>
            <a:pPr>
              <a:spcAft>
                <a:spcPts val="320"/>
              </a:spcAft>
              <a:defRPr sz="8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터치 조작 </a:t>
            </a:r>
            <a:r>
              <a:rPr lang="en-US" altLang="ko-KR" sz="700" dirty="0">
                <a:solidFill>
                  <a:srgbClr val="FFFF00"/>
                </a:solidFill>
                <a:highlight>
                  <a:srgbClr val="000000"/>
                </a:highlight>
                <a:latin typeface="Malgun Gothic"/>
                <a:ea typeface="Malgun Gothic"/>
                <a:cs typeface="Malgun Gothic"/>
              </a:rPr>
              <a:t>UI </a:t>
            </a:r>
            <a:r>
              <a:rPr lang="ko-KR" altLang="en-US" sz="700" dirty="0">
                <a:solidFill>
                  <a:srgbClr val="FFFF00"/>
                </a:solidFill>
                <a:highlight>
                  <a:srgbClr val="000000"/>
                </a:highlight>
                <a:latin typeface="Malgun Gothic"/>
                <a:ea typeface="Malgun Gothic"/>
                <a:cs typeface="Malgun Gothic"/>
              </a:rPr>
              <a:t>생성</a:t>
            </a:r>
            <a:endParaRPr sz="700" dirty="0">
              <a:solidFill>
                <a:srgbClr val="FFFF00"/>
              </a:solidFill>
              <a:highlight>
                <a:srgbClr val="000000"/>
              </a:highlight>
              <a:latin typeface="Malgun Gothic"/>
              <a:ea typeface="Malgun Gothic"/>
              <a:cs typeface="Malgun Gothic"/>
            </a:endParaRPr>
          </a:p>
        </p:txBody>
      </p:sp>
      <p:sp>
        <p:nvSpPr>
          <p:cNvPr id="18" name="직사각형 17">
            <a:extLst>
              <a:ext uri="{FF2B5EF4-FFF2-40B4-BE49-F238E27FC236}">
                <a16:creationId xmlns:a16="http://schemas.microsoft.com/office/drawing/2014/main" id="{70F71577-D549-4997-B6EE-4D6C9A05C03D}"/>
              </a:ext>
            </a:extLst>
          </p:cNvPr>
          <p:cNvSpPr/>
          <p:nvPr/>
        </p:nvSpPr>
        <p:spPr>
          <a:xfrm>
            <a:off x="4872017" y="4057174"/>
            <a:ext cx="2207019" cy="502190"/>
          </a:xfrm>
          <a:prstGeom prst="rect">
            <a:avLst/>
          </a:prstGeom>
          <a:no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19" name="TextBox 18">
            <a:extLst>
              <a:ext uri="{FF2B5EF4-FFF2-40B4-BE49-F238E27FC236}">
                <a16:creationId xmlns:a16="http://schemas.microsoft.com/office/drawing/2014/main" id="{BAEF7CC4-90D8-4207-BBBE-D28B55061B2F}"/>
              </a:ext>
            </a:extLst>
          </p:cNvPr>
          <p:cNvSpPr txBox="1"/>
          <p:nvPr/>
        </p:nvSpPr>
        <p:spPr>
          <a:xfrm>
            <a:off x="6196522" y="4173164"/>
            <a:ext cx="1700059" cy="109015"/>
          </a:xfrm>
          <a:prstGeom prst="rect">
            <a:avLst/>
          </a:prstGeom>
          <a:noFill/>
        </p:spPr>
        <p:txBody>
          <a:bodyPr wrap="square" lIns="10184" tIns="10184" rIns="10184" bIns="0">
            <a:spAutoFit/>
          </a:bodyPr>
          <a:lstStyle/>
          <a:p>
            <a:pPr>
              <a:spcAft>
                <a:spcPts val="320"/>
              </a:spcAft>
              <a:defRPr sz="800" b="1">
                <a:solidFill>
                  <a:srgbClr val="99C4EF"/>
                </a:solidFill>
                <a:latin typeface="Malgun Gothic"/>
                <a:ea typeface="Malgun Gothic"/>
                <a:cs typeface="Malgun Gothic"/>
              </a:defRPr>
            </a:pPr>
            <a:r>
              <a:rPr lang="en-US" sz="700" dirty="0">
                <a:solidFill>
                  <a:srgbClr val="FFFF00"/>
                </a:solidFill>
                <a:highlight>
                  <a:srgbClr val="000000"/>
                </a:highlight>
                <a:latin typeface="Malgun Gothic"/>
                <a:ea typeface="Malgun Gothic"/>
                <a:cs typeface="Malgun Gothic"/>
              </a:rPr>
              <a:t># </a:t>
            </a:r>
            <a:r>
              <a:rPr lang="ko-KR" altLang="en-US" sz="700" dirty="0">
                <a:solidFill>
                  <a:srgbClr val="FFFF00"/>
                </a:solidFill>
                <a:highlight>
                  <a:srgbClr val="000000"/>
                </a:highlight>
                <a:latin typeface="Malgun Gothic"/>
                <a:ea typeface="Malgun Gothic"/>
                <a:cs typeface="Malgun Gothic"/>
              </a:rPr>
              <a:t>게임 상호작용 연결</a:t>
            </a:r>
            <a:endParaRPr sz="700" dirty="0">
              <a:solidFill>
                <a:srgbClr val="FFFF00"/>
              </a:solidFill>
              <a:highlight>
                <a:srgbClr val="000000"/>
              </a:highlight>
              <a:latin typeface="Malgun Gothic"/>
              <a:ea typeface="Malgun Gothic"/>
              <a:cs typeface="Malgun Gothic"/>
            </a:endParaRPr>
          </a:p>
        </p:txBody>
      </p:sp>
      <p:pic>
        <p:nvPicPr>
          <p:cNvPr id="21" name="그림 20">
            <a:extLst>
              <a:ext uri="{FF2B5EF4-FFF2-40B4-BE49-F238E27FC236}">
                <a16:creationId xmlns:a16="http://schemas.microsoft.com/office/drawing/2014/main" id="{B8E4942C-896C-4460-B522-26A641CBE92C}"/>
              </a:ext>
            </a:extLst>
          </p:cNvPr>
          <p:cNvPicPr>
            <a:picLocks noChangeAspect="1"/>
          </p:cNvPicPr>
          <p:nvPr/>
        </p:nvPicPr>
        <p:blipFill rotWithShape="1">
          <a:blip r:embed="rId3"/>
          <a:srcRect t="12741"/>
          <a:stretch/>
        </p:blipFill>
        <p:spPr>
          <a:xfrm>
            <a:off x="1205265" y="1609276"/>
            <a:ext cx="1534021" cy="2870500"/>
          </a:xfrm>
          <a:prstGeom prst="rect">
            <a:avLst/>
          </a:prstGeom>
        </p:spPr>
      </p:pic>
      <p:pic>
        <p:nvPicPr>
          <p:cNvPr id="23" name="그림 22">
            <a:extLst>
              <a:ext uri="{FF2B5EF4-FFF2-40B4-BE49-F238E27FC236}">
                <a16:creationId xmlns:a16="http://schemas.microsoft.com/office/drawing/2014/main" id="{2B215EC2-F38D-4B18-B653-BBCC804DFAA3}"/>
              </a:ext>
            </a:extLst>
          </p:cNvPr>
          <p:cNvPicPr>
            <a:picLocks noChangeAspect="1"/>
          </p:cNvPicPr>
          <p:nvPr/>
        </p:nvPicPr>
        <p:blipFill rotWithShape="1">
          <a:blip r:embed="rId4"/>
          <a:srcRect t="13102"/>
          <a:stretch/>
        </p:blipFill>
        <p:spPr>
          <a:xfrm>
            <a:off x="2798270" y="1609275"/>
            <a:ext cx="1540407" cy="2870500"/>
          </a:xfrm>
          <a:prstGeom prst="rect">
            <a:avLst/>
          </a:prstGeom>
        </p:spPr>
      </p:pic>
      <p:sp>
        <p:nvSpPr>
          <p:cNvPr id="27"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20</a:t>
            </a:fld>
            <a:endParaRPr lang="en-US">
              <a:latin typeface="Malgun Gothic"/>
              <a:ea typeface="Malgun Gothic"/>
              <a:cs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1"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06  피드백 반영과 협업 · 역할 분담 · 외부 협업</a:t>
            </a:r>
            <a:endParaRPr lang="en-US" sz="900" dirty="0">
              <a:latin typeface="Malgun Gothic"/>
              <a:ea typeface="Malgun Gothic"/>
              <a:cs typeface="Malgun Gothic"/>
            </a:endParaRPr>
          </a:p>
        </p:txBody>
      </p:sp>
      <p:sp>
        <p:nvSpPr>
          <p:cNvPr id="32"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역할 분담 및 외부 협업</a:t>
            </a:r>
            <a:endParaRPr lang="en-US" sz="2500" dirty="0">
              <a:latin typeface="Batang"/>
              <a:ea typeface="Batang"/>
              <a:cs typeface="Batang"/>
            </a:endParaRPr>
          </a:p>
        </p:txBody>
      </p:sp>
      <p:sp>
        <p:nvSpPr>
          <p:cNvPr id="5" name="TextBox 4"/>
          <p:cNvSpPr txBox="1"/>
          <p:nvPr/>
        </p:nvSpPr>
        <p:spPr>
          <a:xfrm>
            <a:off x="548640" y="1207008"/>
            <a:ext cx="3914389" cy="264947"/>
          </a:xfrm>
          <a:prstGeom prst="rect">
            <a:avLst/>
          </a:prstGeom>
          <a:noFill/>
        </p:spPr>
        <p:txBody>
          <a:bodyPr wrap="square" lIns="34186" tIns="21366">
            <a:spAutoFit/>
          </a:bodyPr>
          <a:lstStyle/>
          <a:p>
            <a:pPr>
              <a:spcAft>
                <a:spcPts val="280"/>
              </a:spcAft>
              <a:defRPr sz="1500" b="1">
                <a:solidFill>
                  <a:srgbClr val="1F1D1B"/>
                </a:solidFill>
                <a:latin typeface="Malgun Gothic"/>
                <a:ea typeface="Malgun Gothic"/>
                <a:cs typeface="Malgun Gothic"/>
              </a:defRPr>
            </a:pPr>
            <a:r>
              <a:t>김소이</a:t>
            </a:r>
          </a:p>
        </p:txBody>
      </p:sp>
      <p:sp>
        <p:nvSpPr>
          <p:cNvPr id="6" name="TextBox 5"/>
          <p:cNvSpPr txBox="1"/>
          <p:nvPr/>
        </p:nvSpPr>
        <p:spPr>
          <a:xfrm>
            <a:off x="1420403" y="1258288"/>
            <a:ext cx="2974252" cy="213667"/>
          </a:xfrm>
          <a:prstGeom prst="rect">
            <a:avLst/>
          </a:prstGeom>
          <a:noFill/>
        </p:spPr>
        <p:txBody>
          <a:bodyPr wrap="square" lIns="34186" tIns="21366">
            <a:spAutoFit/>
          </a:bodyPr>
          <a:lstStyle/>
          <a:p>
            <a:pPr>
              <a:spcAft>
                <a:spcPts val="280"/>
              </a:spcAft>
              <a:defRPr sz="850" b="0">
                <a:solidFill>
                  <a:srgbClr val="7A7268"/>
                </a:solidFill>
                <a:latin typeface="Malgun Gothic"/>
                <a:ea typeface="Malgun Gothic"/>
                <a:cs typeface="Malgun Gothic"/>
              </a:defRPr>
            </a:pPr>
            <a:r>
              <a:t>디자인 · 인터랙션</a:t>
            </a:r>
          </a:p>
        </p:txBody>
      </p:sp>
      <p:sp>
        <p:nvSpPr>
          <p:cNvPr id="7" name="Rectangle 6"/>
          <p:cNvSpPr/>
          <p:nvPr/>
        </p:nvSpPr>
        <p:spPr>
          <a:xfrm>
            <a:off x="548640" y="1531781"/>
            <a:ext cx="3914389" cy="504255"/>
          </a:xfrm>
          <a:prstGeom prst="rect">
            <a:avLst/>
          </a:prstGeom>
          <a:solidFill>
            <a:srgbClr val="22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8" name="TextBox 7"/>
          <p:cNvSpPr txBox="1"/>
          <p:nvPr/>
        </p:nvSpPr>
        <p:spPr>
          <a:xfrm>
            <a:off x="668293" y="1574515"/>
            <a:ext cx="3657988" cy="427335"/>
          </a:xfrm>
          <a:prstGeom prst="rect">
            <a:avLst/>
          </a:prstGeom>
          <a:noFill/>
        </p:spPr>
        <p:txBody>
          <a:bodyPr wrap="square" lIns="34186" tIns="21366">
            <a:spAutoFit/>
          </a:bodyPr>
          <a:lstStyle/>
          <a:p>
            <a:pPr>
              <a:spcAft>
                <a:spcPts val="280"/>
              </a:spcAft>
              <a:defRPr sz="950" b="0">
                <a:solidFill>
                  <a:srgbClr val="FFFFFF"/>
                </a:solidFill>
                <a:latin typeface="Malgun Gothic"/>
                <a:ea typeface="Malgun Gothic"/>
                <a:cs typeface="Malgun Gothic"/>
              </a:defRPr>
            </a:pPr>
            <a:r>
              <a:t>담당 업무</a:t>
            </a:r>
          </a:p>
          <a:p>
            <a:pPr>
              <a:spcAft>
                <a:spcPts val="280"/>
              </a:spcAft>
              <a:defRPr sz="950" b="0">
                <a:solidFill>
                  <a:srgbClr val="FFFFFF"/>
                </a:solidFill>
                <a:latin typeface="Malgun Gothic"/>
                <a:ea typeface="Malgun Gothic"/>
                <a:cs typeface="Malgun Gothic"/>
              </a:defRPr>
            </a:pPr>
            <a:r>
              <a:t>전체 디자인 · UI · 인터랙티브 구현</a:t>
            </a:r>
          </a:p>
        </p:txBody>
      </p:sp>
      <p:sp>
        <p:nvSpPr>
          <p:cNvPr id="9" name="Rectangle 8"/>
          <p:cNvSpPr/>
          <p:nvPr/>
        </p:nvSpPr>
        <p:spPr>
          <a:xfrm>
            <a:off x="548640" y="2078771"/>
            <a:ext cx="3914389" cy="589722"/>
          </a:xfrm>
          <a:prstGeom prst="rect">
            <a:avLst/>
          </a:prstGeom>
          <a:solidFill>
            <a:srgbClr val="E6D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10" name="TextBox 9"/>
          <p:cNvSpPr txBox="1"/>
          <p:nvPr/>
        </p:nvSpPr>
        <p:spPr>
          <a:xfrm>
            <a:off x="668293" y="2130051"/>
            <a:ext cx="3675081" cy="512802"/>
          </a:xfrm>
          <a:prstGeom prst="rect">
            <a:avLst/>
          </a:prstGeom>
          <a:noFill/>
        </p:spPr>
        <p:txBody>
          <a:bodyPr wrap="square" lIns="34186" tIns="21366">
            <a:spAutoFit/>
          </a:bodyPr>
          <a:lstStyle/>
          <a:p>
            <a:pPr>
              <a:spcAft>
                <a:spcPts val="280"/>
              </a:spcAft>
              <a:defRPr sz="950" b="0">
                <a:solidFill>
                  <a:srgbClr val="2C2722"/>
                </a:solidFill>
                <a:latin typeface="Malgun Gothic"/>
                <a:ea typeface="Malgun Gothic"/>
                <a:cs typeface="Malgun Gothic"/>
              </a:defRPr>
            </a:pPr>
            <a:r>
              <a:t>주요 작업</a:t>
            </a:r>
          </a:p>
          <a:p>
            <a:pPr>
              <a:spcAft>
                <a:spcPts val="280"/>
              </a:spcAft>
              <a:defRPr sz="950" b="0">
                <a:solidFill>
                  <a:srgbClr val="2C2722"/>
                </a:solidFill>
                <a:latin typeface="Malgun Gothic"/>
                <a:ea typeface="Malgun Gothic"/>
                <a:cs typeface="Malgun Gothic"/>
              </a:defRPr>
            </a:pPr>
            <a:r>
              <a:t>오프닝 · 박람회 · 광고 · 페이지 연결</a:t>
            </a:r>
          </a:p>
        </p:txBody>
      </p:sp>
      <p:sp>
        <p:nvSpPr>
          <p:cNvPr id="11" name="TextBox 10"/>
          <p:cNvSpPr txBox="1"/>
          <p:nvPr/>
        </p:nvSpPr>
        <p:spPr>
          <a:xfrm>
            <a:off x="4651056" y="1207008"/>
            <a:ext cx="3914389" cy="264947"/>
          </a:xfrm>
          <a:prstGeom prst="rect">
            <a:avLst/>
          </a:prstGeom>
          <a:noFill/>
        </p:spPr>
        <p:txBody>
          <a:bodyPr wrap="square" lIns="34186" tIns="21366">
            <a:spAutoFit/>
          </a:bodyPr>
          <a:lstStyle/>
          <a:p>
            <a:pPr>
              <a:spcAft>
                <a:spcPts val="280"/>
              </a:spcAft>
              <a:defRPr sz="1500" b="1">
                <a:solidFill>
                  <a:srgbClr val="1F1D1B"/>
                </a:solidFill>
                <a:latin typeface="Malgun Gothic"/>
                <a:ea typeface="Malgun Gothic"/>
                <a:cs typeface="Malgun Gothic"/>
              </a:defRPr>
            </a:pPr>
            <a:r>
              <a:t>박민선</a:t>
            </a:r>
          </a:p>
        </p:txBody>
      </p:sp>
      <p:sp>
        <p:nvSpPr>
          <p:cNvPr id="12" name="TextBox 11"/>
          <p:cNvSpPr txBox="1"/>
          <p:nvPr/>
        </p:nvSpPr>
        <p:spPr>
          <a:xfrm>
            <a:off x="5522820" y="1258288"/>
            <a:ext cx="2974252" cy="213667"/>
          </a:xfrm>
          <a:prstGeom prst="rect">
            <a:avLst/>
          </a:prstGeom>
          <a:noFill/>
        </p:spPr>
        <p:txBody>
          <a:bodyPr wrap="square" lIns="34186" tIns="21366">
            <a:spAutoFit/>
          </a:bodyPr>
          <a:lstStyle/>
          <a:p>
            <a:pPr>
              <a:spcAft>
                <a:spcPts val="280"/>
              </a:spcAft>
              <a:defRPr sz="850" b="0">
                <a:solidFill>
                  <a:srgbClr val="7A7268"/>
                </a:solidFill>
                <a:latin typeface="Malgun Gothic"/>
                <a:ea typeface="Malgun Gothic"/>
                <a:cs typeface="Malgun Gothic"/>
              </a:defRPr>
            </a:pPr>
            <a:r>
              <a:t>데이터 · 편집국</a:t>
            </a:r>
          </a:p>
        </p:txBody>
      </p:sp>
      <p:sp>
        <p:nvSpPr>
          <p:cNvPr id="13" name="Rectangle 12"/>
          <p:cNvSpPr/>
          <p:nvPr/>
        </p:nvSpPr>
        <p:spPr>
          <a:xfrm>
            <a:off x="4651056" y="1531781"/>
            <a:ext cx="3914389" cy="504255"/>
          </a:xfrm>
          <a:prstGeom prst="rect">
            <a:avLst/>
          </a:prstGeom>
          <a:solidFill>
            <a:srgbClr val="22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14" name="TextBox 13"/>
          <p:cNvSpPr txBox="1"/>
          <p:nvPr/>
        </p:nvSpPr>
        <p:spPr>
          <a:xfrm>
            <a:off x="4770710" y="1574515"/>
            <a:ext cx="3657988" cy="427335"/>
          </a:xfrm>
          <a:prstGeom prst="rect">
            <a:avLst/>
          </a:prstGeom>
          <a:noFill/>
        </p:spPr>
        <p:txBody>
          <a:bodyPr wrap="square" lIns="34186" tIns="21366">
            <a:spAutoFit/>
          </a:bodyPr>
          <a:lstStyle/>
          <a:p>
            <a:pPr>
              <a:spcAft>
                <a:spcPts val="280"/>
              </a:spcAft>
              <a:defRPr sz="950" b="0">
                <a:solidFill>
                  <a:srgbClr val="FFFFFF"/>
                </a:solidFill>
                <a:latin typeface="Malgun Gothic"/>
                <a:ea typeface="Malgun Gothic"/>
                <a:cs typeface="Malgun Gothic"/>
              </a:defRPr>
            </a:pPr>
            <a:r>
              <a:t>담당 업무</a:t>
            </a:r>
          </a:p>
          <a:p>
            <a:pPr>
              <a:spcAft>
                <a:spcPts val="280"/>
              </a:spcAft>
              <a:defRPr sz="950" b="0">
                <a:solidFill>
                  <a:srgbClr val="FFFFFF"/>
                </a:solidFill>
                <a:latin typeface="Malgun Gothic"/>
                <a:ea typeface="Malgun Gothic"/>
                <a:cs typeface="Malgun Gothic"/>
              </a:defRPr>
            </a:pPr>
            <a:r>
              <a:t>DB 구축 · 사건 자료 수집</a:t>
            </a:r>
          </a:p>
        </p:txBody>
      </p:sp>
      <p:sp>
        <p:nvSpPr>
          <p:cNvPr id="15" name="Rectangle 14"/>
          <p:cNvSpPr/>
          <p:nvPr/>
        </p:nvSpPr>
        <p:spPr>
          <a:xfrm>
            <a:off x="4651056" y="2078771"/>
            <a:ext cx="3914389" cy="589722"/>
          </a:xfrm>
          <a:prstGeom prst="rect">
            <a:avLst/>
          </a:prstGeom>
          <a:solidFill>
            <a:srgbClr val="E6D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16" name="TextBox 15"/>
          <p:cNvSpPr txBox="1"/>
          <p:nvPr/>
        </p:nvSpPr>
        <p:spPr>
          <a:xfrm>
            <a:off x="4770710" y="2130051"/>
            <a:ext cx="3675081" cy="512802"/>
          </a:xfrm>
          <a:prstGeom prst="rect">
            <a:avLst/>
          </a:prstGeom>
          <a:noFill/>
        </p:spPr>
        <p:txBody>
          <a:bodyPr wrap="square" lIns="34186" tIns="21366">
            <a:spAutoFit/>
          </a:bodyPr>
          <a:lstStyle/>
          <a:p>
            <a:pPr>
              <a:spcAft>
                <a:spcPts val="280"/>
              </a:spcAft>
              <a:defRPr sz="950" b="0">
                <a:solidFill>
                  <a:srgbClr val="2C2722"/>
                </a:solidFill>
                <a:latin typeface="Malgun Gothic"/>
                <a:ea typeface="Malgun Gothic"/>
                <a:cs typeface="Malgun Gothic"/>
              </a:defRPr>
            </a:pPr>
            <a:r>
              <a:t>주요 작업</a:t>
            </a:r>
          </a:p>
          <a:p>
            <a:pPr>
              <a:spcAft>
                <a:spcPts val="280"/>
              </a:spcAft>
              <a:defRPr sz="950" b="0">
                <a:solidFill>
                  <a:srgbClr val="2C2722"/>
                </a:solidFill>
                <a:latin typeface="Malgun Gothic"/>
                <a:ea typeface="Malgun Gothic"/>
                <a:cs typeface="Malgun Gothic"/>
              </a:defRPr>
            </a:pPr>
            <a:r>
              <a:t>식자실 게임 · 편집국 · 영상 제작</a:t>
            </a:r>
          </a:p>
        </p:txBody>
      </p:sp>
      <p:sp>
        <p:nvSpPr>
          <p:cNvPr id="17" name="TextBox 16"/>
          <p:cNvSpPr txBox="1"/>
          <p:nvPr/>
        </p:nvSpPr>
        <p:spPr>
          <a:xfrm>
            <a:off x="548640" y="2865068"/>
            <a:ext cx="3914389" cy="264947"/>
          </a:xfrm>
          <a:prstGeom prst="rect">
            <a:avLst/>
          </a:prstGeom>
          <a:noFill/>
        </p:spPr>
        <p:txBody>
          <a:bodyPr wrap="square" lIns="34186" tIns="21366">
            <a:spAutoFit/>
          </a:bodyPr>
          <a:lstStyle/>
          <a:p>
            <a:pPr>
              <a:spcAft>
                <a:spcPts val="280"/>
              </a:spcAft>
              <a:defRPr sz="1500" b="1">
                <a:solidFill>
                  <a:srgbClr val="1F1D1B"/>
                </a:solidFill>
                <a:latin typeface="Malgun Gothic"/>
                <a:ea typeface="Malgun Gothic"/>
                <a:cs typeface="Malgun Gothic"/>
              </a:defRPr>
            </a:pPr>
            <a:r>
              <a:t>이경민</a:t>
            </a:r>
          </a:p>
        </p:txBody>
      </p:sp>
      <p:sp>
        <p:nvSpPr>
          <p:cNvPr id="18" name="TextBox 17"/>
          <p:cNvSpPr txBox="1"/>
          <p:nvPr/>
        </p:nvSpPr>
        <p:spPr>
          <a:xfrm>
            <a:off x="1420403" y="2916348"/>
            <a:ext cx="2974252" cy="213667"/>
          </a:xfrm>
          <a:prstGeom prst="rect">
            <a:avLst/>
          </a:prstGeom>
          <a:noFill/>
        </p:spPr>
        <p:txBody>
          <a:bodyPr wrap="square" lIns="34186" tIns="21366">
            <a:spAutoFit/>
          </a:bodyPr>
          <a:lstStyle/>
          <a:p>
            <a:pPr>
              <a:spcAft>
                <a:spcPts val="280"/>
              </a:spcAft>
              <a:defRPr sz="850" b="0">
                <a:solidFill>
                  <a:srgbClr val="7A7268"/>
                </a:solidFill>
                <a:latin typeface="Malgun Gothic"/>
                <a:ea typeface="Malgun Gothic"/>
                <a:cs typeface="Malgun Gothic"/>
              </a:defRPr>
            </a:pPr>
            <a:r>
              <a:t>사건 · 독자 참여</a:t>
            </a:r>
          </a:p>
        </p:txBody>
      </p:sp>
      <p:sp>
        <p:nvSpPr>
          <p:cNvPr id="19" name="Rectangle 18"/>
          <p:cNvSpPr/>
          <p:nvPr/>
        </p:nvSpPr>
        <p:spPr>
          <a:xfrm>
            <a:off x="548640" y="3189842"/>
            <a:ext cx="3914389" cy="504255"/>
          </a:xfrm>
          <a:prstGeom prst="rect">
            <a:avLst/>
          </a:prstGeom>
          <a:solidFill>
            <a:srgbClr val="22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20" name="TextBox 19"/>
          <p:cNvSpPr txBox="1"/>
          <p:nvPr/>
        </p:nvSpPr>
        <p:spPr>
          <a:xfrm>
            <a:off x="668293" y="3232576"/>
            <a:ext cx="3657988" cy="427335"/>
          </a:xfrm>
          <a:prstGeom prst="rect">
            <a:avLst/>
          </a:prstGeom>
          <a:noFill/>
        </p:spPr>
        <p:txBody>
          <a:bodyPr wrap="square" lIns="34186" tIns="21366">
            <a:spAutoFit/>
          </a:bodyPr>
          <a:lstStyle/>
          <a:p>
            <a:pPr>
              <a:spcAft>
                <a:spcPts val="280"/>
              </a:spcAft>
              <a:defRPr sz="950" b="0">
                <a:solidFill>
                  <a:srgbClr val="FFFFFF"/>
                </a:solidFill>
                <a:latin typeface="Malgun Gothic"/>
                <a:ea typeface="Malgun Gothic"/>
                <a:cs typeface="Malgun Gothic"/>
              </a:defRPr>
            </a:pPr>
            <a:r>
              <a:t>담당 업무</a:t>
            </a:r>
          </a:p>
          <a:p>
            <a:pPr>
              <a:spcAft>
                <a:spcPts val="280"/>
              </a:spcAft>
              <a:defRPr sz="950" b="0">
                <a:solidFill>
                  <a:srgbClr val="FFFFFF"/>
                </a:solidFill>
                <a:latin typeface="Malgun Gothic"/>
                <a:ea typeface="Malgun Gothic"/>
                <a:cs typeface="Malgun Gothic"/>
              </a:defRPr>
            </a:pPr>
            <a:r>
              <a:t>사건 4편 서브페이지 개발</a:t>
            </a:r>
          </a:p>
        </p:txBody>
      </p:sp>
      <p:sp>
        <p:nvSpPr>
          <p:cNvPr id="21" name="Rectangle 20"/>
          <p:cNvSpPr/>
          <p:nvPr/>
        </p:nvSpPr>
        <p:spPr>
          <a:xfrm>
            <a:off x="548640" y="3736831"/>
            <a:ext cx="3914389" cy="589722"/>
          </a:xfrm>
          <a:prstGeom prst="rect">
            <a:avLst/>
          </a:prstGeom>
          <a:solidFill>
            <a:srgbClr val="E6D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22" name="TextBox 21"/>
          <p:cNvSpPr txBox="1"/>
          <p:nvPr/>
        </p:nvSpPr>
        <p:spPr>
          <a:xfrm>
            <a:off x="668293" y="3788111"/>
            <a:ext cx="3675081" cy="512802"/>
          </a:xfrm>
          <a:prstGeom prst="rect">
            <a:avLst/>
          </a:prstGeom>
          <a:noFill/>
        </p:spPr>
        <p:txBody>
          <a:bodyPr wrap="square" lIns="34186" tIns="21366">
            <a:spAutoFit/>
          </a:bodyPr>
          <a:lstStyle/>
          <a:p>
            <a:pPr>
              <a:spcAft>
                <a:spcPts val="280"/>
              </a:spcAft>
              <a:defRPr sz="950" b="0">
                <a:solidFill>
                  <a:srgbClr val="2C2722"/>
                </a:solidFill>
                <a:latin typeface="Malgun Gothic"/>
                <a:ea typeface="Malgun Gothic"/>
                <a:cs typeface="Malgun Gothic"/>
              </a:defRPr>
            </a:pPr>
            <a:r>
              <a:t>주요 작업</a:t>
            </a:r>
          </a:p>
          <a:p>
            <a:pPr>
              <a:spcAft>
                <a:spcPts val="280"/>
              </a:spcAft>
              <a:defRPr sz="950" b="0">
                <a:solidFill>
                  <a:srgbClr val="2C2722"/>
                </a:solidFill>
                <a:latin typeface="Malgun Gothic"/>
                <a:ea typeface="Malgun Gothic"/>
                <a:cs typeface="Malgun Gothic"/>
              </a:defRPr>
            </a:pPr>
            <a:r>
              <a:t>원문·현대어 · 라디오 · 사람을 찾습니다 · 독자 호외</a:t>
            </a:r>
          </a:p>
        </p:txBody>
      </p:sp>
      <p:sp>
        <p:nvSpPr>
          <p:cNvPr id="23" name="Rectangle 22"/>
          <p:cNvSpPr/>
          <p:nvPr/>
        </p:nvSpPr>
        <p:spPr>
          <a:xfrm>
            <a:off x="4621143" y="2835153"/>
            <a:ext cx="3974216" cy="1572593"/>
          </a:xfrm>
          <a:prstGeom prst="rect">
            <a:avLst/>
          </a:prstGeom>
          <a:solidFill>
            <a:srgbClr val="F4EDE0"/>
          </a:solidFill>
          <a:ln w="25400">
            <a:solidFill>
              <a:srgbClr val="9F5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24" name="TextBox 23"/>
          <p:cNvSpPr txBox="1"/>
          <p:nvPr/>
        </p:nvSpPr>
        <p:spPr>
          <a:xfrm>
            <a:off x="4651056" y="2865068"/>
            <a:ext cx="3914389" cy="264947"/>
          </a:xfrm>
          <a:prstGeom prst="rect">
            <a:avLst/>
          </a:prstGeom>
          <a:noFill/>
        </p:spPr>
        <p:txBody>
          <a:bodyPr wrap="square" lIns="34186" tIns="21366">
            <a:spAutoFit/>
          </a:bodyPr>
          <a:lstStyle/>
          <a:p>
            <a:pPr>
              <a:spcAft>
                <a:spcPts val="280"/>
              </a:spcAft>
              <a:defRPr sz="1500" b="1">
                <a:solidFill>
                  <a:srgbClr val="84342A"/>
                </a:solidFill>
                <a:latin typeface="Malgun Gothic"/>
                <a:ea typeface="Malgun Gothic"/>
                <a:cs typeface="Malgun Gothic"/>
              </a:defRPr>
            </a:pPr>
            <a:r>
              <a:t>신재완</a:t>
            </a:r>
          </a:p>
        </p:txBody>
      </p:sp>
      <p:sp>
        <p:nvSpPr>
          <p:cNvPr id="25" name="TextBox 24"/>
          <p:cNvSpPr txBox="1"/>
          <p:nvPr/>
        </p:nvSpPr>
        <p:spPr>
          <a:xfrm>
            <a:off x="5522820" y="2916348"/>
            <a:ext cx="2974252" cy="213667"/>
          </a:xfrm>
          <a:prstGeom prst="rect">
            <a:avLst/>
          </a:prstGeom>
          <a:noFill/>
        </p:spPr>
        <p:txBody>
          <a:bodyPr wrap="none" lIns="34186" tIns="21366">
            <a:spAutoFit/>
          </a:bodyPr>
          <a:lstStyle/>
          <a:p>
            <a:pPr>
              <a:spcAft>
                <a:spcPts val="280"/>
              </a:spcAft>
              <a:defRPr sz="850" b="0">
                <a:solidFill>
                  <a:srgbClr val="915641"/>
                </a:solidFill>
                <a:latin typeface="Malgun Gothic"/>
                <a:ea typeface="Malgun Gothic"/>
                <a:cs typeface="Malgun Gothic"/>
              </a:defRPr>
            </a:pPr>
            <a:r>
              <a:t>EXTERNAL · 외부 협업 · 통합 최적화</a:t>
            </a:r>
          </a:p>
        </p:txBody>
      </p:sp>
      <p:sp>
        <p:nvSpPr>
          <p:cNvPr id="26" name="Rectangle 25"/>
          <p:cNvSpPr/>
          <p:nvPr/>
        </p:nvSpPr>
        <p:spPr>
          <a:xfrm>
            <a:off x="4651056" y="3189842"/>
            <a:ext cx="3914389" cy="504255"/>
          </a:xfrm>
          <a:prstGeom prst="rect">
            <a:avLst/>
          </a:prstGeom>
          <a:solidFill>
            <a:srgbClr val="563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27" name="TextBox 26"/>
          <p:cNvSpPr txBox="1"/>
          <p:nvPr/>
        </p:nvSpPr>
        <p:spPr>
          <a:xfrm>
            <a:off x="4770710" y="3232576"/>
            <a:ext cx="3657988" cy="427335"/>
          </a:xfrm>
          <a:prstGeom prst="rect">
            <a:avLst/>
          </a:prstGeom>
          <a:noFill/>
        </p:spPr>
        <p:txBody>
          <a:bodyPr wrap="square" lIns="34186" tIns="21366">
            <a:spAutoFit/>
          </a:bodyPr>
          <a:lstStyle/>
          <a:p>
            <a:pPr>
              <a:spcAft>
                <a:spcPts val="280"/>
              </a:spcAft>
              <a:defRPr sz="950" b="0">
                <a:solidFill>
                  <a:srgbClr val="FFFFFF"/>
                </a:solidFill>
                <a:latin typeface="Malgun Gothic"/>
                <a:ea typeface="Malgun Gothic"/>
                <a:cs typeface="Malgun Gothic"/>
              </a:defRPr>
            </a:pPr>
            <a:r>
              <a:t>담당 업무</a:t>
            </a:r>
          </a:p>
          <a:p>
            <a:pPr>
              <a:spcAft>
                <a:spcPts val="280"/>
              </a:spcAft>
              <a:defRPr sz="950" b="0">
                <a:solidFill>
                  <a:srgbClr val="FFFFFF"/>
                </a:solidFill>
                <a:latin typeface="Malgun Gothic"/>
                <a:ea typeface="Malgun Gothic"/>
                <a:cs typeface="Malgun Gothic"/>
              </a:defRPr>
            </a:pPr>
            <a:r>
              <a:t>후반 코드 정리 · 통합 및 오류 수정</a:t>
            </a:r>
          </a:p>
        </p:txBody>
      </p:sp>
      <p:sp>
        <p:nvSpPr>
          <p:cNvPr id="28" name="Rectangle 27"/>
          <p:cNvSpPr/>
          <p:nvPr/>
        </p:nvSpPr>
        <p:spPr>
          <a:xfrm>
            <a:off x="4651056" y="3736831"/>
            <a:ext cx="3914389" cy="589722"/>
          </a:xfrm>
          <a:prstGeom prst="rect">
            <a:avLst/>
          </a:prstGeom>
          <a:solidFill>
            <a:srgbClr val="EEDE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29" name="TextBox 28"/>
          <p:cNvSpPr txBox="1"/>
          <p:nvPr/>
        </p:nvSpPr>
        <p:spPr>
          <a:xfrm>
            <a:off x="4770710" y="3788111"/>
            <a:ext cx="3675081" cy="512802"/>
          </a:xfrm>
          <a:prstGeom prst="rect">
            <a:avLst/>
          </a:prstGeom>
          <a:noFill/>
        </p:spPr>
        <p:txBody>
          <a:bodyPr wrap="square" lIns="34186" tIns="21366">
            <a:spAutoFit/>
          </a:bodyPr>
          <a:lstStyle/>
          <a:p>
            <a:pPr>
              <a:spcAft>
                <a:spcPts val="280"/>
              </a:spcAft>
              <a:defRPr sz="950" b="0">
                <a:solidFill>
                  <a:srgbClr val="2C2722"/>
                </a:solidFill>
                <a:latin typeface="Malgun Gothic"/>
                <a:ea typeface="Malgun Gothic"/>
                <a:cs typeface="Malgun Gothic"/>
              </a:defRPr>
            </a:pPr>
            <a:r>
              <a:t>주요 작업</a:t>
            </a:r>
          </a:p>
          <a:p>
            <a:pPr>
              <a:spcAft>
                <a:spcPts val="280"/>
              </a:spcAft>
              <a:defRPr sz="950" b="0">
                <a:solidFill>
                  <a:srgbClr val="2C2722"/>
                </a:solidFill>
                <a:latin typeface="Malgun Gothic"/>
                <a:ea typeface="Malgun Gothic"/>
                <a:cs typeface="Malgun Gothic"/>
              </a:defRPr>
            </a:pPr>
            <a:r>
              <a:t>모바일 연결 · 성능 최적화 지원</a:t>
            </a:r>
          </a:p>
        </p:txBody>
      </p:sp>
      <p:sp>
        <p:nvSpPr>
          <p:cNvPr id="3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25</a:t>
            </a:fld>
            <a:endParaRPr lang="en-US">
              <a:latin typeface="Malgun Gothic"/>
              <a:ea typeface="Malgun Gothic"/>
              <a:cs typeface="Malgun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7"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05  개발 과정과 문제 해결</a:t>
            </a:r>
            <a:endParaRPr lang="en-US" sz="900" dirty="0">
              <a:latin typeface="Malgun Gothic"/>
              <a:ea typeface="Malgun Gothic"/>
              <a:cs typeface="Malgun Gothic"/>
            </a:endParaRPr>
          </a:p>
        </p:txBody>
      </p:sp>
      <p:sp>
        <p:nvSpPr>
          <p:cNvPr id="38"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외부 협업을 통한 문제 해결 및 성능 최적화</a:t>
            </a:r>
            <a:endParaRPr lang="en-US" sz="2500" dirty="0">
              <a:latin typeface="Batang"/>
              <a:ea typeface="Batang"/>
              <a:cs typeface="Batang"/>
            </a:endParaRPr>
          </a:p>
        </p:txBody>
      </p:sp>
      <p:pic>
        <p:nvPicPr>
          <p:cNvPr id="34" name="그림 33">
            <a:extLst>
              <a:ext uri="{FF2B5EF4-FFF2-40B4-BE49-F238E27FC236}">
                <a16:creationId xmlns:a16="http://schemas.microsoft.com/office/drawing/2014/main" id="{C3D8B3DE-24D2-4482-BE6D-BCDDCB5B6E78}"/>
              </a:ext>
            </a:extLst>
          </p:cNvPr>
          <p:cNvPicPr>
            <a:picLocks noChangeAspect="1"/>
          </p:cNvPicPr>
          <p:nvPr/>
        </p:nvPicPr>
        <p:blipFill>
          <a:blip r:embed="rId2"/>
          <a:stretch>
            <a:fillRect/>
          </a:stretch>
        </p:blipFill>
        <p:spPr>
          <a:xfrm>
            <a:off x="610372" y="2867233"/>
            <a:ext cx="3987352" cy="1750486"/>
          </a:xfrm>
          <a:prstGeom prst="rect">
            <a:avLst/>
          </a:prstGeom>
        </p:spPr>
      </p:pic>
      <p:sp>
        <p:nvSpPr>
          <p:cNvPr id="5" name="TextBox 4"/>
          <p:cNvSpPr txBox="1"/>
          <p:nvPr/>
        </p:nvSpPr>
        <p:spPr>
          <a:xfrm>
            <a:off x="548640" y="914400"/>
            <a:ext cx="8046720" cy="201168"/>
          </a:xfrm>
          <a:prstGeom prst="rect">
            <a:avLst/>
          </a:prstGeom>
          <a:noFill/>
        </p:spPr>
        <p:txBody>
          <a:bodyPr wrap="square" lIns="0" tIns="0" rIns="0" bIns="0">
            <a:spAutoFit/>
          </a:bodyPr>
          <a:lstStyle/>
          <a:p>
            <a:pPr algn="l" marL="0" indent="0">
              <a:spcAft>
                <a:spcPts val="400"/>
              </a:spcAft>
              <a:defRPr sz="1000" b="0">
                <a:solidFill>
                  <a:srgbClr val="766A5B"/>
                </a:solidFill>
                <a:latin typeface="Malgun Gothic"/>
                <a:ea typeface="Malgun Gothic"/>
                <a:cs typeface="Malgun Gothic"/>
              </a:defRPr>
            </a:pPr>
            <a:r>
              <a:rPr dirty="0" sz="1000">
                <a:latin typeface="Malgun Gothic"/>
                <a:ea typeface="Malgun Gothic"/>
                <a:cs typeface="Malgun Gothic"/>
              </a:rPr>
              <a:t>개별</a:t>
            </a:r>
            <a:r>
              <a:rPr dirty="0" sz="1000">
                <a:latin typeface="Malgun Gothic"/>
                <a:ea typeface="Malgun Gothic"/>
                <a:cs typeface="Malgun Gothic"/>
              </a:rPr>
              <a:t> </a:t>
            </a:r>
            <a:r>
              <a:rPr dirty="0" sz="1000">
                <a:latin typeface="Malgun Gothic"/>
                <a:ea typeface="Malgun Gothic"/>
                <a:cs typeface="Malgun Gothic"/>
              </a:rPr>
              <a:t>제작물</a:t>
            </a:r>
            <a:r>
              <a:rPr dirty="0" sz="1000">
                <a:latin typeface="Malgun Gothic"/>
                <a:ea typeface="Malgun Gothic"/>
                <a:cs typeface="Malgun Gothic"/>
              </a:rPr>
              <a:t> </a:t>
            </a:r>
            <a:r>
              <a:rPr dirty="0" sz="1000">
                <a:latin typeface="Malgun Gothic"/>
                <a:ea typeface="Malgun Gothic"/>
                <a:cs typeface="Malgun Gothic"/>
              </a:rPr>
              <a:t>통합</a:t>
            </a:r>
            <a:r>
              <a:rPr dirty="0" sz="1000">
                <a:latin typeface="Malgun Gothic"/>
                <a:ea typeface="Malgun Gothic"/>
                <a:cs typeface="Malgun Gothic"/>
              </a:rPr>
              <a:t> → </a:t>
            </a:r>
            <a:r>
              <a:rPr dirty="0" sz="1000">
                <a:latin typeface="Malgun Gothic"/>
                <a:ea typeface="Malgun Gothic"/>
                <a:cs typeface="Malgun Gothic"/>
              </a:rPr>
              <a:t>중복</a:t>
            </a:r>
            <a:r>
              <a:rPr dirty="0" sz="1000">
                <a:latin typeface="Malgun Gothic"/>
                <a:ea typeface="Malgun Gothic"/>
                <a:cs typeface="Malgun Gothic"/>
              </a:rPr>
              <a:t> </a:t>
            </a:r>
            <a:r>
              <a:rPr dirty="0" sz="1000">
                <a:latin typeface="Malgun Gothic"/>
                <a:ea typeface="Malgun Gothic"/>
                <a:cs typeface="Malgun Gothic"/>
              </a:rPr>
              <a:t>구조</a:t>
            </a:r>
            <a:r>
              <a:rPr dirty="0" sz="1000">
                <a:latin typeface="Malgun Gothic"/>
                <a:ea typeface="Malgun Gothic"/>
                <a:cs typeface="Malgun Gothic"/>
              </a:rPr>
              <a:t> </a:t>
            </a:r>
            <a:r>
              <a:rPr dirty="0" sz="1000">
                <a:latin typeface="Malgun Gothic"/>
                <a:ea typeface="Malgun Gothic"/>
                <a:cs typeface="Malgun Gothic"/>
              </a:rPr>
              <a:t>정리</a:t>
            </a:r>
            <a:r>
              <a:rPr dirty="0" sz="1000">
                <a:latin typeface="Malgun Gothic"/>
                <a:ea typeface="Malgun Gothic"/>
                <a:cs typeface="Malgun Gothic"/>
              </a:rPr>
              <a:t> → </a:t>
            </a:r>
            <a:r>
              <a:rPr dirty="0" sz="1000">
                <a:latin typeface="Malgun Gothic"/>
                <a:ea typeface="Malgun Gothic"/>
                <a:cs typeface="Malgun Gothic"/>
              </a:rPr>
              <a:t>리소스</a:t>
            </a:r>
            <a:r>
              <a:rPr dirty="0" sz="1000">
                <a:latin typeface="Malgun Gothic"/>
                <a:ea typeface="Malgun Gothic"/>
                <a:cs typeface="Malgun Gothic"/>
              </a:rPr>
              <a:t> </a:t>
            </a:r>
            <a:r>
              <a:rPr dirty="0" sz="1000">
                <a:latin typeface="Malgun Gothic"/>
                <a:ea typeface="Malgun Gothic"/>
                <a:cs typeface="Malgun Gothic"/>
              </a:rPr>
              <a:t>최적화</a:t>
            </a:r>
            <a:r>
              <a:rPr dirty="0" sz="1000">
                <a:latin typeface="Malgun Gothic"/>
                <a:ea typeface="Malgun Gothic"/>
                <a:cs typeface="Malgun Gothic"/>
              </a:rPr>
              <a:t> 및 </a:t>
            </a:r>
            <a:r>
              <a:rPr dirty="0" sz="1000">
                <a:latin typeface="Malgun Gothic"/>
                <a:ea typeface="Malgun Gothic"/>
                <a:cs typeface="Malgun Gothic"/>
              </a:rPr>
              <a:t>로딩</a:t>
            </a:r>
            <a:r>
              <a:rPr dirty="0" sz="1000">
                <a:latin typeface="Malgun Gothic"/>
                <a:ea typeface="Malgun Gothic"/>
                <a:cs typeface="Malgun Gothic"/>
              </a:rPr>
              <a:t> </a:t>
            </a:r>
            <a:r>
              <a:rPr dirty="0" sz="1000">
                <a:latin typeface="Malgun Gothic"/>
                <a:ea typeface="Malgun Gothic"/>
                <a:cs typeface="Malgun Gothic"/>
              </a:rPr>
              <a:t>부담</a:t>
            </a:r>
            <a:r>
              <a:rPr dirty="0" sz="1000">
                <a:latin typeface="Malgun Gothic"/>
                <a:ea typeface="Malgun Gothic"/>
                <a:cs typeface="Malgun Gothic"/>
              </a:rPr>
              <a:t> </a:t>
            </a:r>
            <a:r>
              <a:rPr dirty="0" sz="1000">
                <a:latin typeface="Malgun Gothic"/>
                <a:ea typeface="Malgun Gothic"/>
                <a:cs typeface="Malgun Gothic"/>
              </a:rPr>
              <a:t>감소</a:t>
            </a:r>
            <a:endParaRPr dirty="0" sz="1000">
              <a:latin typeface="Malgun Gothic"/>
              <a:ea typeface="Malgun Gothic"/>
              <a:cs typeface="Malgun Gothic"/>
            </a:endParaRPr>
          </a:p>
        </p:txBody>
      </p:sp>
      <p:sp>
        <p:nvSpPr>
          <p:cNvPr id="7" name="Rounded Rectangle 6"/>
          <p:cNvSpPr/>
          <p:nvPr/>
        </p:nvSpPr>
        <p:spPr>
          <a:xfrm>
            <a:off x="610372" y="1261872"/>
            <a:ext cx="7623131" cy="1010802"/>
          </a:xfrm>
          <a:prstGeom prst="round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algun Gothic"/>
              <a:ea typeface="Malgun Gothic"/>
              <a:cs typeface="Malgun Gothic"/>
            </a:endParaRPr>
          </a:p>
        </p:txBody>
      </p:sp>
      <p:sp>
        <p:nvSpPr>
          <p:cNvPr id="8" name="TextBox 7"/>
          <p:cNvSpPr txBox="1"/>
          <p:nvPr/>
        </p:nvSpPr>
        <p:spPr>
          <a:xfrm>
            <a:off x="799021" y="1392996"/>
            <a:ext cx="1886489" cy="240098"/>
          </a:xfrm>
          <a:prstGeom prst="rect">
            <a:avLst/>
          </a:prstGeom>
          <a:noFill/>
        </p:spPr>
        <p:txBody>
          <a:bodyPr wrap="square" lIns="11909" tIns="11909" rIns="11909" bIns="0">
            <a:spAutoFit/>
          </a:bodyPr>
          <a:lstStyle/>
          <a:p>
            <a:pPr>
              <a:spcAft>
                <a:spcPts val="375"/>
              </a:spcAft>
              <a:defRPr sz="1300" b="1">
                <a:solidFill>
                  <a:srgbClr val="8B372D"/>
                </a:solidFill>
                <a:latin typeface="Malgun Gothic"/>
                <a:ea typeface="Malgun Gothic"/>
                <a:cs typeface="Malgun Gothic"/>
              </a:defRPr>
            </a:pPr>
            <a:r>
              <a:t>문제 발생</a:t>
            </a:r>
          </a:p>
        </p:txBody>
      </p:sp>
      <p:sp>
        <p:nvSpPr>
          <p:cNvPr id="9" name="TextBox 8"/>
          <p:cNvSpPr txBox="1"/>
          <p:nvPr/>
        </p:nvSpPr>
        <p:spPr>
          <a:xfrm>
            <a:off x="799021" y="1684544"/>
            <a:ext cx="2006538" cy="377614"/>
          </a:xfrm>
          <a:prstGeom prst="rect">
            <a:avLst/>
          </a:prstGeom>
          <a:noFill/>
        </p:spPr>
        <p:txBody>
          <a:bodyPr wrap="square" lIns="11909" tIns="11909" rIns="11909" bIns="0">
            <a:spAutoFit/>
          </a:bodyPr>
          <a:lstStyle/>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개별</a:t>
            </a:r>
            <a:r>
              <a:rPr dirty="0">
                <a:latin typeface="Malgun Gothic"/>
                <a:ea typeface="Malgun Gothic"/>
                <a:cs typeface="Malgun Gothic"/>
              </a:rPr>
              <a:t> </a:t>
            </a:r>
            <a:r>
              <a:rPr dirty="0">
                <a:latin typeface="Malgun Gothic"/>
                <a:ea typeface="Malgun Gothic"/>
                <a:cs typeface="Malgun Gothic"/>
              </a:rPr>
              <a:t>개발로</a:t>
            </a:r>
            <a:r>
              <a:rPr dirty="0">
                <a:latin typeface="Malgun Gothic"/>
                <a:ea typeface="Malgun Gothic"/>
                <a:cs typeface="Malgun Gothic"/>
              </a:rPr>
              <a:t> </a:t>
            </a:r>
            <a:r>
              <a:rPr dirty="0">
                <a:latin typeface="Malgun Gothic"/>
                <a:ea typeface="Malgun Gothic"/>
                <a:cs typeface="Malgun Gothic"/>
              </a:rPr>
              <a:t>공통</a:t>
            </a:r>
            <a:r>
              <a:rPr dirty="0">
                <a:latin typeface="Malgun Gothic"/>
                <a:ea typeface="Malgun Gothic"/>
                <a:cs typeface="Malgun Gothic"/>
              </a:rPr>
              <a:t> </a:t>
            </a:r>
            <a:r>
              <a:rPr dirty="0">
                <a:latin typeface="Malgun Gothic"/>
                <a:ea typeface="Malgun Gothic"/>
                <a:cs typeface="Malgun Gothic"/>
              </a:rPr>
              <a:t>코드·폴더</a:t>
            </a:r>
            <a:r>
              <a:rPr dirty="0">
                <a:latin typeface="Malgun Gothic"/>
                <a:ea typeface="Malgun Gothic"/>
                <a:cs typeface="Malgun Gothic"/>
              </a:rPr>
              <a:t> </a:t>
            </a:r>
            <a:r>
              <a:rPr dirty="0">
                <a:latin typeface="Malgun Gothic"/>
                <a:ea typeface="Malgun Gothic"/>
                <a:cs typeface="Malgun Gothic"/>
              </a:rPr>
              <a:t>중복</a:t>
            </a:r>
            <a:endParaRPr dirty="0">
              <a:latin typeface="Malgun Gothic"/>
              <a:ea typeface="Malgun Gothic"/>
              <a:cs typeface="Malgun Gothic"/>
            </a:endParaRPr>
          </a:p>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PC·모바일</a:t>
            </a:r>
            <a:r>
              <a:rPr dirty="0">
                <a:latin typeface="Malgun Gothic"/>
                <a:ea typeface="Malgun Gothic"/>
                <a:cs typeface="Malgun Gothic"/>
              </a:rPr>
              <a:t> </a:t>
            </a:r>
            <a:r>
              <a:rPr dirty="0">
                <a:latin typeface="Malgun Gothic"/>
                <a:ea typeface="Malgun Gothic"/>
                <a:cs typeface="Malgun Gothic"/>
              </a:rPr>
              <a:t>기능</a:t>
            </a:r>
            <a:r>
              <a:rPr dirty="0">
                <a:latin typeface="Malgun Gothic"/>
                <a:ea typeface="Malgun Gothic"/>
                <a:cs typeface="Malgun Gothic"/>
              </a:rPr>
              <a:t> </a:t>
            </a:r>
            <a:r>
              <a:rPr dirty="0">
                <a:latin typeface="Malgun Gothic"/>
                <a:ea typeface="Malgun Gothic"/>
                <a:cs typeface="Malgun Gothic"/>
              </a:rPr>
              <a:t>관리</a:t>
            </a:r>
            <a:r>
              <a:rPr dirty="0">
                <a:latin typeface="Malgun Gothic"/>
                <a:ea typeface="Malgun Gothic"/>
                <a:cs typeface="Malgun Gothic"/>
              </a:rPr>
              <a:t> </a:t>
            </a:r>
            <a:r>
              <a:rPr dirty="0">
                <a:latin typeface="Malgun Gothic"/>
                <a:ea typeface="Malgun Gothic"/>
                <a:cs typeface="Malgun Gothic"/>
              </a:rPr>
              <a:t>분산</a:t>
            </a:r>
            <a:endParaRPr dirty="0">
              <a:latin typeface="Malgun Gothic"/>
              <a:ea typeface="Malgun Gothic"/>
              <a:cs typeface="Malgun Gothic"/>
            </a:endParaRPr>
          </a:p>
        </p:txBody>
      </p:sp>
      <p:sp>
        <p:nvSpPr>
          <p:cNvPr id="10" name="TextBox 9"/>
          <p:cNvSpPr txBox="1"/>
          <p:nvPr/>
        </p:nvSpPr>
        <p:spPr>
          <a:xfrm>
            <a:off x="3405806" y="1392996"/>
            <a:ext cx="1800739" cy="240098"/>
          </a:xfrm>
          <a:prstGeom prst="rect">
            <a:avLst/>
          </a:prstGeom>
          <a:noFill/>
        </p:spPr>
        <p:txBody>
          <a:bodyPr wrap="square" lIns="11909" tIns="11909" rIns="11909" bIns="0">
            <a:spAutoFit/>
          </a:bodyPr>
          <a:lstStyle/>
          <a:p>
            <a:pPr>
              <a:spcAft>
                <a:spcPts val="375"/>
              </a:spcAft>
              <a:defRPr sz="1300" b="1">
                <a:solidFill>
                  <a:srgbClr val="304D7C"/>
                </a:solidFill>
                <a:latin typeface="Malgun Gothic"/>
                <a:ea typeface="Malgun Gothic"/>
                <a:cs typeface="Malgun Gothic"/>
              </a:defRPr>
            </a:pPr>
            <a:r>
              <a:rPr dirty="0">
                <a:latin typeface="Malgun Gothic"/>
                <a:ea typeface="Malgun Gothic"/>
                <a:cs typeface="Malgun Gothic"/>
              </a:rPr>
              <a:t>협업</a:t>
            </a:r>
            <a:r>
              <a:rPr dirty="0">
                <a:latin typeface="Malgun Gothic"/>
                <a:ea typeface="Malgun Gothic"/>
                <a:cs typeface="Malgun Gothic"/>
              </a:rPr>
              <a:t> </a:t>
            </a:r>
            <a:r>
              <a:rPr dirty="0">
                <a:latin typeface="Malgun Gothic"/>
                <a:ea typeface="Malgun Gothic"/>
                <a:cs typeface="Malgun Gothic"/>
              </a:rPr>
              <a:t>개선</a:t>
            </a:r>
            <a:endParaRPr dirty="0">
              <a:latin typeface="Malgun Gothic"/>
              <a:ea typeface="Malgun Gothic"/>
              <a:cs typeface="Malgun Gothic"/>
            </a:endParaRPr>
          </a:p>
        </p:txBody>
      </p:sp>
      <p:sp>
        <p:nvSpPr>
          <p:cNvPr id="11" name="TextBox 10"/>
          <p:cNvSpPr txBox="1"/>
          <p:nvPr/>
        </p:nvSpPr>
        <p:spPr>
          <a:xfrm>
            <a:off x="3405806" y="1684544"/>
            <a:ext cx="2100863" cy="557371"/>
          </a:xfrm>
          <a:prstGeom prst="rect">
            <a:avLst/>
          </a:prstGeom>
          <a:noFill/>
        </p:spPr>
        <p:txBody>
          <a:bodyPr wrap="square" lIns="11909" tIns="11909" rIns="11909" bIns="0">
            <a:spAutoFit/>
          </a:bodyPr>
          <a:lstStyle/>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shared/ </a:t>
            </a:r>
            <a:r>
              <a:rPr dirty="0">
                <a:latin typeface="Malgun Gothic"/>
                <a:ea typeface="Malgun Gothic"/>
                <a:cs typeface="Malgun Gothic"/>
              </a:rPr>
              <a:t>공통</a:t>
            </a:r>
            <a:r>
              <a:rPr dirty="0">
                <a:latin typeface="Malgun Gothic"/>
                <a:ea typeface="Malgun Gothic"/>
                <a:cs typeface="Malgun Gothic"/>
              </a:rPr>
              <a:t> </a:t>
            </a:r>
            <a:r>
              <a:rPr dirty="0">
                <a:latin typeface="Malgun Gothic"/>
                <a:ea typeface="Malgun Gothic"/>
                <a:cs typeface="Malgun Gothic"/>
              </a:rPr>
              <a:t>파일</a:t>
            </a:r>
            <a:r>
              <a:rPr dirty="0">
                <a:latin typeface="Malgun Gothic"/>
                <a:ea typeface="Malgun Gothic"/>
                <a:cs typeface="Malgun Gothic"/>
              </a:rPr>
              <a:t> </a:t>
            </a:r>
            <a:r>
              <a:rPr dirty="0">
                <a:latin typeface="Malgun Gothic"/>
                <a:ea typeface="Malgun Gothic"/>
                <a:cs typeface="Malgun Gothic"/>
              </a:rPr>
              <a:t>일원화</a:t>
            </a:r>
            <a:endParaRPr dirty="0">
              <a:latin typeface="Malgun Gothic"/>
              <a:ea typeface="Malgun Gothic"/>
              <a:cs typeface="Malgun Gothic"/>
            </a:endParaRPr>
          </a:p>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중복</a:t>
            </a:r>
            <a:r>
              <a:rPr dirty="0">
                <a:latin typeface="Malgun Gothic"/>
                <a:ea typeface="Malgun Gothic"/>
                <a:cs typeface="Malgun Gothic"/>
              </a:rPr>
              <a:t> </a:t>
            </a:r>
            <a:r>
              <a:rPr dirty="0">
                <a:latin typeface="Malgun Gothic"/>
                <a:ea typeface="Malgun Gothic"/>
                <a:cs typeface="Malgun Gothic"/>
              </a:rPr>
              <a:t>폴더·파일</a:t>
            </a:r>
            <a:r>
              <a:rPr dirty="0">
                <a:latin typeface="Malgun Gothic"/>
                <a:ea typeface="Malgun Gothic"/>
                <a:cs typeface="Malgun Gothic"/>
              </a:rPr>
              <a:t> </a:t>
            </a:r>
            <a:r>
              <a:rPr dirty="0">
                <a:latin typeface="Malgun Gothic"/>
                <a:ea typeface="Malgun Gothic"/>
                <a:cs typeface="Malgun Gothic"/>
              </a:rPr>
              <a:t>정리</a:t>
            </a:r>
            <a:endParaRPr dirty="0">
              <a:latin typeface="Malgun Gothic"/>
              <a:ea typeface="Malgun Gothic"/>
              <a:cs typeface="Malgun Gothic"/>
            </a:endParaRPr>
          </a:p>
        </p:txBody>
      </p:sp>
      <p:sp>
        <p:nvSpPr>
          <p:cNvPr id="12" name="TextBox 11"/>
          <p:cNvSpPr txBox="1"/>
          <p:nvPr/>
        </p:nvSpPr>
        <p:spPr>
          <a:xfrm>
            <a:off x="5789643" y="1392996"/>
            <a:ext cx="2486735" cy="240098"/>
          </a:xfrm>
          <a:prstGeom prst="rect">
            <a:avLst/>
          </a:prstGeom>
          <a:noFill/>
        </p:spPr>
        <p:txBody>
          <a:bodyPr wrap="square" lIns="11909" tIns="11909" rIns="11909" bIns="0">
            <a:spAutoFit/>
          </a:bodyPr>
          <a:lstStyle/>
          <a:p>
            <a:pPr>
              <a:spcAft>
                <a:spcPts val="375"/>
              </a:spcAft>
              <a:defRPr sz="1300" b="1">
                <a:solidFill>
                  <a:srgbClr val="304D7C"/>
                </a:solidFill>
                <a:latin typeface="Malgun Gothic"/>
                <a:ea typeface="Malgun Gothic"/>
                <a:cs typeface="Malgun Gothic"/>
              </a:defRPr>
            </a:pPr>
            <a:r>
              <a:t>개선 효과</a:t>
            </a:r>
          </a:p>
        </p:txBody>
      </p:sp>
      <p:sp>
        <p:nvSpPr>
          <p:cNvPr id="13" name="TextBox 12"/>
          <p:cNvSpPr txBox="1"/>
          <p:nvPr/>
        </p:nvSpPr>
        <p:spPr>
          <a:xfrm>
            <a:off x="5789643" y="1684544"/>
            <a:ext cx="2743984" cy="557371"/>
          </a:xfrm>
          <a:prstGeom prst="rect">
            <a:avLst/>
          </a:prstGeom>
          <a:noFill/>
        </p:spPr>
        <p:txBody>
          <a:bodyPr wrap="square" lIns="11909" tIns="11909" rIns="11909" bIns="0">
            <a:spAutoFit/>
          </a:bodyPr>
          <a:lstStyle/>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유지보수</a:t>
            </a:r>
            <a:r>
              <a:rPr dirty="0">
                <a:latin typeface="Malgun Gothic"/>
                <a:ea typeface="Malgun Gothic"/>
                <a:cs typeface="Malgun Gothic"/>
              </a:rPr>
              <a:t> </a:t>
            </a:r>
            <a:r>
              <a:rPr dirty="0">
                <a:latin typeface="Malgun Gothic"/>
                <a:ea typeface="Malgun Gothic"/>
                <a:cs typeface="Malgun Gothic"/>
              </a:rPr>
              <a:t>구조</a:t>
            </a:r>
            <a:r>
              <a:rPr dirty="0">
                <a:latin typeface="Malgun Gothic"/>
                <a:ea typeface="Malgun Gothic"/>
                <a:cs typeface="Malgun Gothic"/>
              </a:rPr>
              <a:t> </a:t>
            </a:r>
            <a:r>
              <a:rPr dirty="0">
                <a:latin typeface="Malgun Gothic"/>
                <a:ea typeface="Malgun Gothic"/>
                <a:cs typeface="Malgun Gothic"/>
              </a:rPr>
              <a:t>단순화</a:t>
            </a:r>
            <a:endParaRPr dirty="0">
              <a:latin typeface="Malgun Gothic"/>
              <a:ea typeface="Malgun Gothic"/>
              <a:cs typeface="Malgun Gothic"/>
            </a:endParaRPr>
          </a:p>
          <a:p>
            <a:pPr>
              <a:spcAft>
                <a:spcPts val="375"/>
              </a:spcAft>
              <a:defRPr sz="1050" b="0">
                <a:solidFill>
                  <a:srgbClr val="2A241F"/>
                </a:solidFill>
                <a:latin typeface="Malgun Gothic"/>
                <a:ea typeface="Malgun Gothic"/>
                <a:cs typeface="Malgun Gothic"/>
              </a:defRPr>
            </a:pPr>
            <a:r>
              <a:rPr dirty="0">
                <a:latin typeface="Malgun Gothic"/>
                <a:ea typeface="Malgun Gothic"/>
                <a:cs typeface="Malgun Gothic"/>
              </a:rPr>
              <a:t>초기</a:t>
            </a:r>
            <a:r>
              <a:rPr dirty="0">
                <a:latin typeface="Malgun Gothic"/>
                <a:ea typeface="Malgun Gothic"/>
                <a:cs typeface="Malgun Gothic"/>
              </a:rPr>
              <a:t> </a:t>
            </a:r>
            <a:r>
              <a:rPr dirty="0">
                <a:latin typeface="Malgun Gothic"/>
                <a:ea typeface="Malgun Gothic"/>
                <a:cs typeface="Malgun Gothic"/>
              </a:rPr>
              <a:t>수신량·실행</a:t>
            </a:r>
            <a:r>
              <a:rPr dirty="0">
                <a:latin typeface="Malgun Gothic"/>
                <a:ea typeface="Malgun Gothic"/>
                <a:cs typeface="Malgun Gothic"/>
              </a:rPr>
              <a:t> </a:t>
            </a:r>
            <a:r>
              <a:rPr dirty="0">
                <a:latin typeface="Malgun Gothic"/>
                <a:ea typeface="Malgun Gothic"/>
                <a:cs typeface="Malgun Gothic"/>
              </a:rPr>
              <a:t>지연</a:t>
            </a:r>
            <a:r>
              <a:rPr dirty="0">
                <a:latin typeface="Malgun Gothic"/>
                <a:ea typeface="Malgun Gothic"/>
                <a:cs typeface="Malgun Gothic"/>
              </a:rPr>
              <a:t> </a:t>
            </a:r>
            <a:r>
              <a:rPr dirty="0">
                <a:latin typeface="Malgun Gothic"/>
                <a:ea typeface="Malgun Gothic"/>
                <a:cs typeface="Malgun Gothic"/>
              </a:rPr>
              <a:t>감소</a:t>
            </a:r>
            <a:endParaRPr dirty="0">
              <a:latin typeface="Malgun Gothic"/>
              <a:ea typeface="Malgun Gothic"/>
              <a:cs typeface="Malgun Gothic"/>
            </a:endParaRPr>
          </a:p>
        </p:txBody>
      </p:sp>
      <p:sp>
        <p:nvSpPr>
          <p:cNvPr id="14" name="TextBox 13"/>
          <p:cNvSpPr txBox="1"/>
          <p:nvPr/>
        </p:nvSpPr>
        <p:spPr>
          <a:xfrm>
            <a:off x="2899884" y="1778869"/>
            <a:ext cx="222948" cy="214373"/>
          </a:xfrm>
          <a:prstGeom prst="rect">
            <a:avLst/>
          </a:prstGeom>
          <a:noFill/>
        </p:spPr>
        <p:txBody>
          <a:bodyPr wrap="square" lIns="11909" tIns="11909" rIns="11909" bIns="0">
            <a:spAutoFit/>
          </a:bodyPr>
          <a:lstStyle/>
          <a:p>
            <a:pPr>
              <a:spcAft>
                <a:spcPts val="375"/>
              </a:spcAft>
              <a:defRPr sz="1600" b="1">
                <a:solidFill>
                  <a:srgbClr val="304D7C"/>
                </a:solidFill>
                <a:latin typeface="Malgun Gothic"/>
                <a:ea typeface="Malgun Gothic"/>
                <a:cs typeface="Malgun Gothic"/>
              </a:defRPr>
            </a:pPr>
            <a:r>
              <a:t>→</a:t>
            </a:r>
          </a:p>
        </p:txBody>
      </p:sp>
      <p:sp>
        <p:nvSpPr>
          <p:cNvPr id="15" name="TextBox 14"/>
          <p:cNvSpPr txBox="1"/>
          <p:nvPr/>
        </p:nvSpPr>
        <p:spPr>
          <a:xfrm>
            <a:off x="5335170" y="1778869"/>
            <a:ext cx="222948" cy="214373"/>
          </a:xfrm>
          <a:prstGeom prst="rect">
            <a:avLst/>
          </a:prstGeom>
          <a:noFill/>
        </p:spPr>
        <p:txBody>
          <a:bodyPr wrap="square" lIns="11909" tIns="11909" rIns="11909" bIns="0">
            <a:spAutoFit/>
          </a:bodyPr>
          <a:lstStyle/>
          <a:p>
            <a:pPr>
              <a:spcAft>
                <a:spcPts val="375"/>
              </a:spcAft>
              <a:defRPr sz="1600" b="1">
                <a:solidFill>
                  <a:srgbClr val="304D7C"/>
                </a:solidFill>
                <a:latin typeface="Malgun Gothic"/>
                <a:ea typeface="Malgun Gothic"/>
                <a:cs typeface="Malgun Gothic"/>
              </a:defRPr>
            </a:pPr>
            <a:r>
              <a:rPr dirty="0">
                <a:latin typeface="Malgun Gothic"/>
                <a:ea typeface="Malgun Gothic"/>
                <a:cs typeface="Malgun Gothic"/>
              </a:rPr>
              <a:t>→</a:t>
            </a:r>
          </a:p>
        </p:txBody>
      </p:sp>
      <p:sp>
        <p:nvSpPr>
          <p:cNvPr id="16" name="TextBox 15"/>
          <p:cNvSpPr txBox="1"/>
          <p:nvPr/>
        </p:nvSpPr>
        <p:spPr>
          <a:xfrm>
            <a:off x="610372" y="2517881"/>
            <a:ext cx="3429980" cy="265823"/>
          </a:xfrm>
          <a:prstGeom prst="rect">
            <a:avLst/>
          </a:prstGeom>
          <a:noFill/>
        </p:spPr>
        <p:txBody>
          <a:bodyPr wrap="square" lIns="11909" tIns="11909" rIns="11909" bIns="0">
            <a:spAutoFit/>
          </a:bodyPr>
          <a:lstStyle/>
          <a:p>
            <a:pPr>
              <a:spcAft>
                <a:spcPts val="375"/>
              </a:spcAft>
              <a:defRPr sz="1500" b="1">
                <a:solidFill>
                  <a:srgbClr val="2A241F"/>
                </a:solidFill>
                <a:latin typeface="Malgun Gothic"/>
                <a:ea typeface="Malgun Gothic"/>
                <a:cs typeface="Malgun Gothic"/>
              </a:defRPr>
            </a:pPr>
            <a:r>
              <a:rPr dirty="0">
                <a:latin typeface="Malgun Gothic"/>
                <a:ea typeface="Malgun Gothic"/>
                <a:cs typeface="Malgun Gothic"/>
              </a:rPr>
              <a:t>성능</a:t>
            </a:r>
            <a:r>
              <a:rPr dirty="0">
                <a:latin typeface="Malgun Gothic"/>
                <a:ea typeface="Malgun Gothic"/>
                <a:cs typeface="Malgun Gothic"/>
              </a:rPr>
              <a:t> </a:t>
            </a:r>
            <a:r>
              <a:rPr dirty="0">
                <a:latin typeface="Malgun Gothic"/>
                <a:ea typeface="Malgun Gothic"/>
                <a:cs typeface="Malgun Gothic"/>
              </a:rPr>
              <a:t>개선</a:t>
            </a:r>
            <a:r>
              <a:rPr dirty="0">
                <a:latin typeface="Malgun Gothic"/>
                <a:ea typeface="Malgun Gothic"/>
                <a:cs typeface="Malgun Gothic"/>
              </a:rPr>
              <a:t> </a:t>
            </a:r>
            <a:r>
              <a:rPr dirty="0">
                <a:latin typeface="Malgun Gothic"/>
                <a:ea typeface="Malgun Gothic"/>
                <a:cs typeface="Malgun Gothic"/>
              </a:rPr>
              <a:t>측정</a:t>
            </a:r>
            <a:r>
              <a:rPr dirty="0">
                <a:latin typeface="Malgun Gothic"/>
                <a:ea typeface="Malgun Gothic"/>
                <a:cs typeface="Malgun Gothic"/>
              </a:rPr>
              <a:t> </a:t>
            </a:r>
            <a:r>
              <a:rPr dirty="0">
                <a:latin typeface="Malgun Gothic"/>
                <a:ea typeface="Malgun Gothic"/>
                <a:cs typeface="Malgun Gothic"/>
              </a:rPr>
              <a:t>결과</a:t>
            </a:r>
            <a:endParaRPr dirty="0">
              <a:latin typeface="Malgun Gothic"/>
              <a:ea typeface="Malgun Gothic"/>
              <a:cs typeface="Malgun Gothic"/>
            </a:endParaRPr>
          </a:p>
        </p:txBody>
      </p:sp>
      <p:sp>
        <p:nvSpPr>
          <p:cNvPr id="20" name="TextBox 19"/>
          <p:cNvSpPr txBox="1"/>
          <p:nvPr/>
        </p:nvSpPr>
        <p:spPr>
          <a:xfrm>
            <a:off x="1712253" y="3366725"/>
            <a:ext cx="1183343" cy="205798"/>
          </a:xfrm>
          <a:prstGeom prst="rect">
            <a:avLst/>
          </a:prstGeom>
          <a:noFill/>
        </p:spPr>
        <p:txBody>
          <a:bodyPr wrap="square" lIns="11909" tIns="11909" rIns="11909" bIns="0">
            <a:spAutoFit/>
          </a:bodyPr>
          <a:lstStyle/>
          <a:p>
            <a:pPr>
              <a:spcAft>
                <a:spcPts val="375"/>
              </a:spcAft>
              <a:defRPr sz="850" b="1">
                <a:solidFill>
                  <a:srgbClr val="304D7C"/>
                </a:solidFill>
                <a:latin typeface="Malgun Gothic"/>
                <a:ea typeface="Malgun Gothic"/>
                <a:cs typeface="Malgun Gothic"/>
              </a:defRPr>
            </a:pPr>
            <a:r>
              <a:rPr dirty="0">
                <a:latin typeface="Malgun Gothic"/>
                <a:ea typeface="Malgun Gothic"/>
                <a:cs typeface="Malgun Gothic"/>
              </a:rPr>
              <a:t>약 73% </a:t>
            </a:r>
            <a:r>
              <a:rPr dirty="0">
                <a:latin typeface="Malgun Gothic"/>
                <a:ea typeface="Malgun Gothic"/>
                <a:cs typeface="Malgun Gothic"/>
              </a:rPr>
              <a:t>감소</a:t>
            </a:r>
            <a:endParaRPr dirty="0">
              <a:latin typeface="Malgun Gothic"/>
              <a:ea typeface="Malgun Gothic"/>
              <a:cs typeface="Malgun Gothic"/>
            </a:endParaRPr>
          </a:p>
        </p:txBody>
      </p:sp>
      <p:sp>
        <p:nvSpPr>
          <p:cNvPr id="24" name="TextBox 23"/>
          <p:cNvSpPr txBox="1"/>
          <p:nvPr/>
        </p:nvSpPr>
        <p:spPr>
          <a:xfrm>
            <a:off x="3714504" y="3366725"/>
            <a:ext cx="1183343" cy="205798"/>
          </a:xfrm>
          <a:prstGeom prst="rect">
            <a:avLst/>
          </a:prstGeom>
          <a:noFill/>
        </p:spPr>
        <p:txBody>
          <a:bodyPr wrap="square" lIns="11909" tIns="11909" rIns="11909" bIns="0">
            <a:spAutoFit/>
          </a:bodyPr>
          <a:lstStyle/>
          <a:p>
            <a:pPr>
              <a:spcAft>
                <a:spcPts val="375"/>
              </a:spcAft>
              <a:defRPr sz="850" b="1">
                <a:solidFill>
                  <a:srgbClr val="304D7C"/>
                </a:solidFill>
                <a:latin typeface="Malgun Gothic"/>
                <a:ea typeface="Malgun Gothic"/>
                <a:cs typeface="Malgun Gothic"/>
              </a:defRPr>
            </a:pPr>
            <a:r>
              <a:rPr dirty="0">
                <a:latin typeface="Malgun Gothic"/>
                <a:ea typeface="Malgun Gothic"/>
                <a:cs typeface="Malgun Gothic"/>
              </a:rPr>
              <a:t>약 36% </a:t>
            </a:r>
            <a:r>
              <a:rPr dirty="0">
                <a:latin typeface="Malgun Gothic"/>
                <a:ea typeface="Malgun Gothic"/>
                <a:cs typeface="Malgun Gothic"/>
              </a:rPr>
              <a:t>감소</a:t>
            </a:r>
            <a:endParaRPr dirty="0">
              <a:latin typeface="Malgun Gothic"/>
              <a:ea typeface="Malgun Gothic"/>
              <a:cs typeface="Malgun Gothic"/>
            </a:endParaRPr>
          </a:p>
        </p:txBody>
      </p:sp>
      <p:sp>
        <p:nvSpPr>
          <p:cNvPr id="28" name="TextBox 27"/>
          <p:cNvSpPr txBox="1"/>
          <p:nvPr/>
        </p:nvSpPr>
        <p:spPr>
          <a:xfrm>
            <a:off x="1690816" y="4065581"/>
            <a:ext cx="1183343" cy="205798"/>
          </a:xfrm>
          <a:prstGeom prst="rect">
            <a:avLst/>
          </a:prstGeom>
          <a:noFill/>
        </p:spPr>
        <p:txBody>
          <a:bodyPr wrap="square" lIns="11909" tIns="11909" rIns="11909" bIns="0">
            <a:spAutoFit/>
          </a:bodyPr>
          <a:lstStyle/>
          <a:p>
            <a:pPr>
              <a:spcAft>
                <a:spcPts val="375"/>
              </a:spcAft>
              <a:defRPr sz="850" b="1">
                <a:solidFill>
                  <a:srgbClr val="304D7C"/>
                </a:solidFill>
                <a:latin typeface="Malgun Gothic"/>
                <a:ea typeface="Malgun Gothic"/>
                <a:cs typeface="Malgun Gothic"/>
              </a:defRPr>
            </a:pPr>
            <a:r>
              <a:rPr dirty="0">
                <a:latin typeface="Malgun Gothic"/>
                <a:ea typeface="Malgun Gothic"/>
                <a:cs typeface="Malgun Gothic"/>
              </a:rPr>
              <a:t>약 30% </a:t>
            </a:r>
            <a:r>
              <a:rPr dirty="0">
                <a:latin typeface="Malgun Gothic"/>
                <a:ea typeface="Malgun Gothic"/>
                <a:cs typeface="Malgun Gothic"/>
              </a:rPr>
              <a:t>감소</a:t>
            </a:r>
            <a:endParaRPr dirty="0">
              <a:latin typeface="Malgun Gothic"/>
              <a:ea typeface="Malgun Gothic"/>
              <a:cs typeface="Malgun Gothic"/>
            </a:endParaRPr>
          </a:p>
        </p:txBody>
      </p:sp>
      <p:sp>
        <p:nvSpPr>
          <p:cNvPr id="32" name="TextBox 31"/>
          <p:cNvSpPr txBox="1"/>
          <p:nvPr/>
        </p:nvSpPr>
        <p:spPr>
          <a:xfrm>
            <a:off x="3517282" y="4077796"/>
            <a:ext cx="1183343" cy="205798"/>
          </a:xfrm>
          <a:prstGeom prst="rect">
            <a:avLst/>
          </a:prstGeom>
          <a:noFill/>
        </p:spPr>
        <p:txBody>
          <a:bodyPr wrap="square" lIns="11909" tIns="11909" rIns="11909" bIns="0">
            <a:spAutoFit/>
          </a:bodyPr>
          <a:lstStyle/>
          <a:p>
            <a:pPr>
              <a:spcAft>
                <a:spcPts val="375"/>
              </a:spcAft>
              <a:defRPr sz="850" b="1">
                <a:solidFill>
                  <a:srgbClr val="304D7C"/>
                </a:solidFill>
                <a:latin typeface="Malgun Gothic"/>
                <a:ea typeface="Malgun Gothic"/>
                <a:cs typeface="Malgun Gothic"/>
              </a:defRPr>
            </a:pPr>
            <a:r>
              <a:rPr dirty="0">
                <a:latin typeface="Malgun Gothic"/>
                <a:ea typeface="Malgun Gothic"/>
                <a:cs typeface="Malgun Gothic"/>
              </a:rPr>
              <a:t>측정상</a:t>
            </a:r>
            <a:r>
              <a:rPr dirty="0">
                <a:latin typeface="Malgun Gothic"/>
                <a:ea typeface="Malgun Gothic"/>
                <a:cs typeface="Malgun Gothic"/>
              </a:rPr>
              <a:t> </a:t>
            </a:r>
            <a:r>
              <a:rPr dirty="0">
                <a:latin typeface="Malgun Gothic"/>
                <a:ea typeface="Malgun Gothic"/>
                <a:cs typeface="Malgun Gothic"/>
              </a:rPr>
              <a:t>멈춤</a:t>
            </a:r>
            <a:r>
              <a:rPr dirty="0">
                <a:latin typeface="Malgun Gothic"/>
                <a:ea typeface="Malgun Gothic"/>
                <a:cs typeface="Malgun Gothic"/>
              </a:rPr>
              <a:t> </a:t>
            </a:r>
            <a:r>
              <a:rPr dirty="0">
                <a:latin typeface="Malgun Gothic"/>
                <a:ea typeface="Malgun Gothic"/>
                <a:cs typeface="Malgun Gothic"/>
              </a:rPr>
              <a:t>해소</a:t>
            </a:r>
            <a:endParaRPr dirty="0">
              <a:latin typeface="Malgun Gothic"/>
              <a:ea typeface="Malgun Gothic"/>
              <a:cs typeface="Malgun Gothic"/>
            </a:endParaRPr>
          </a:p>
        </p:txBody>
      </p:sp>
      <p:pic>
        <p:nvPicPr>
          <p:cNvPr id="35" name="그림 34">
            <a:extLst>
              <a:ext uri="{FF2B5EF4-FFF2-40B4-BE49-F238E27FC236}">
                <a16:creationId xmlns:a16="http://schemas.microsoft.com/office/drawing/2014/main" id="{733D25EB-391B-4844-A08A-5C59A00DD043}"/>
              </a:ext>
            </a:extLst>
          </p:cNvPr>
          <p:cNvPicPr>
            <a:picLocks noChangeAspect="1"/>
          </p:cNvPicPr>
          <p:nvPr/>
        </p:nvPicPr>
        <p:blipFill>
          <a:blip r:embed="rId3"/>
          <a:stretch>
            <a:fillRect/>
          </a:stretch>
        </p:blipFill>
        <p:spPr>
          <a:xfrm>
            <a:off x="4700626" y="2866219"/>
            <a:ext cx="3393279" cy="1750486"/>
          </a:xfrm>
          <a:prstGeom prst="rect">
            <a:avLst/>
          </a:prstGeom>
        </p:spPr>
      </p:pic>
      <p:sp>
        <p:nvSpPr>
          <p:cNvPr id="39"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22</a:t>
            </a:fld>
            <a:endParaRPr lang="en-US">
              <a:latin typeface="Malgun Gothic"/>
              <a:ea typeface="Malgun Gothic"/>
              <a:cs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5"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05  개발 과정과 문제 해결</a:t>
            </a:r>
            <a:endParaRPr lang="en-US" sz="900" dirty="0">
              <a:latin typeface="Malgun Gothic"/>
              <a:ea typeface="Malgun Gothic"/>
              <a:cs typeface="Malgun Gothic"/>
            </a:endParaRPr>
          </a:p>
        </p:txBody>
      </p:sp>
      <p:sp>
        <p:nvSpPr>
          <p:cNvPr id="36"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문제 해결의 핵심 | 공용 코드 통합</a:t>
            </a:r>
            <a:endParaRPr lang="en-US" sz="2500" dirty="0">
              <a:latin typeface="Batang"/>
              <a:ea typeface="Batang"/>
              <a:cs typeface="Batang"/>
            </a:endParaRPr>
          </a:p>
        </p:txBody>
      </p:sp>
      <p:sp>
        <p:nvSpPr>
          <p:cNvPr id="33" name="Rounded Rectangle 15">
            <a:extLst>
              <a:ext uri="{FF2B5EF4-FFF2-40B4-BE49-F238E27FC236}">
                <a16:creationId xmlns:a16="http://schemas.microsoft.com/office/drawing/2014/main" id="{EC7C0441-6DC2-415D-8F13-B156897966F4}"/>
              </a:ext>
            </a:extLst>
          </p:cNvPr>
          <p:cNvSpPr/>
          <p:nvPr/>
        </p:nvSpPr>
        <p:spPr>
          <a:xfrm>
            <a:off x="637957" y="3922243"/>
            <a:ext cx="7802369" cy="667649"/>
          </a:xfrm>
          <a:prstGeom prst="round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5" name="TextBox 4"/>
          <p:cNvSpPr txBox="1"/>
          <p:nvPr/>
        </p:nvSpPr>
        <p:spPr>
          <a:xfrm>
            <a:off x="548640" y="914400"/>
            <a:ext cx="8046720" cy="201168"/>
          </a:xfrm>
          <a:prstGeom prst="rect">
            <a:avLst/>
          </a:prstGeom>
          <a:noFill/>
        </p:spPr>
        <p:txBody>
          <a:bodyPr wrap="square" lIns="0" tIns="0" rIns="0" bIns="0">
            <a:spAutoFit/>
          </a:bodyPr>
          <a:lstStyle/>
          <a:p>
            <a:pPr algn="l" marL="0" indent="0">
              <a:spcAft>
                <a:spcPts val="400"/>
              </a:spcAft>
              <a:defRPr sz="1000" b="0">
                <a:solidFill>
                  <a:srgbClr val="766A5B"/>
                </a:solidFill>
                <a:latin typeface="Malgun Gothic"/>
                <a:ea typeface="Malgun Gothic"/>
                <a:cs typeface="Malgun Gothic"/>
              </a:defRPr>
            </a:pPr>
            <a:r>
              <a:rPr dirty="0" sz="1000">
                <a:latin typeface="Malgun Gothic"/>
                <a:ea typeface="Malgun Gothic"/>
                <a:cs typeface="Malgun Gothic"/>
              </a:rPr>
              <a:t>사건별</a:t>
            </a:r>
            <a:r>
              <a:rPr dirty="0" sz="1000">
                <a:latin typeface="Malgun Gothic"/>
                <a:ea typeface="Malgun Gothic"/>
                <a:cs typeface="Malgun Gothic"/>
              </a:rPr>
              <a:t> </a:t>
            </a:r>
            <a:r>
              <a:rPr dirty="0" sz="1000">
                <a:latin typeface="Malgun Gothic"/>
                <a:ea typeface="Malgun Gothic"/>
                <a:cs typeface="Malgun Gothic"/>
              </a:rPr>
              <a:t>페이지에서</a:t>
            </a:r>
            <a:r>
              <a:rPr dirty="0" sz="1000">
                <a:latin typeface="Malgun Gothic"/>
                <a:ea typeface="Malgun Gothic"/>
                <a:cs typeface="Malgun Gothic"/>
              </a:rPr>
              <a:t> </a:t>
            </a:r>
            <a:r>
              <a:rPr dirty="0" sz="1000">
                <a:latin typeface="Malgun Gothic"/>
                <a:ea typeface="Malgun Gothic"/>
                <a:cs typeface="Malgun Gothic"/>
              </a:rPr>
              <a:t>공통</a:t>
            </a:r>
            <a:r>
              <a:rPr dirty="0" sz="1000">
                <a:latin typeface="Malgun Gothic"/>
                <a:ea typeface="Malgun Gothic"/>
                <a:cs typeface="Malgun Gothic"/>
              </a:rPr>
              <a:t> </a:t>
            </a:r>
            <a:r>
              <a:rPr dirty="0" sz="1000">
                <a:latin typeface="Malgun Gothic"/>
                <a:ea typeface="Malgun Gothic"/>
                <a:cs typeface="Malgun Gothic"/>
              </a:rPr>
              <a:t>CSS·JavaScript를</a:t>
            </a:r>
            <a:r>
              <a:rPr dirty="0" sz="1000">
                <a:latin typeface="Malgun Gothic"/>
                <a:ea typeface="Malgun Gothic"/>
                <a:cs typeface="Malgun Gothic"/>
              </a:rPr>
              <a:t> </a:t>
            </a:r>
            <a:r>
              <a:rPr dirty="0" sz="1000">
                <a:latin typeface="Malgun Gothic"/>
                <a:ea typeface="Malgun Gothic"/>
                <a:cs typeface="Malgun Gothic"/>
              </a:rPr>
              <a:t>불러와</a:t>
            </a:r>
            <a:r>
              <a:rPr dirty="0" sz="1000">
                <a:latin typeface="Malgun Gothic"/>
                <a:ea typeface="Malgun Gothic"/>
                <a:cs typeface="Malgun Gothic"/>
              </a:rPr>
              <a:t> </a:t>
            </a:r>
            <a:r>
              <a:rPr dirty="0" sz="1000">
                <a:latin typeface="Malgun Gothic"/>
                <a:ea typeface="Malgun Gothic"/>
                <a:cs typeface="Malgun Gothic"/>
              </a:rPr>
              <a:t>기능과</a:t>
            </a:r>
            <a:r>
              <a:rPr dirty="0" sz="1000">
                <a:latin typeface="Malgun Gothic"/>
                <a:ea typeface="Malgun Gothic"/>
                <a:cs typeface="Malgun Gothic"/>
              </a:rPr>
              <a:t> </a:t>
            </a:r>
            <a:r>
              <a:rPr dirty="0" sz="1000">
                <a:latin typeface="Malgun Gothic"/>
                <a:ea typeface="Malgun Gothic"/>
                <a:cs typeface="Malgun Gothic"/>
              </a:rPr>
              <a:t>디자인을</a:t>
            </a:r>
            <a:r>
              <a:rPr dirty="0" sz="1000">
                <a:latin typeface="Malgun Gothic"/>
                <a:ea typeface="Malgun Gothic"/>
                <a:cs typeface="Malgun Gothic"/>
              </a:rPr>
              <a:t> </a:t>
            </a:r>
            <a:r>
              <a:rPr dirty="0" sz="1000">
                <a:latin typeface="Malgun Gothic"/>
                <a:ea typeface="Malgun Gothic"/>
                <a:cs typeface="Malgun Gothic"/>
              </a:rPr>
              <a:t>일관되게</a:t>
            </a:r>
            <a:r>
              <a:rPr dirty="0" sz="1000">
                <a:latin typeface="Malgun Gothic"/>
                <a:ea typeface="Malgun Gothic"/>
                <a:cs typeface="Malgun Gothic"/>
              </a:rPr>
              <a:t> </a:t>
            </a:r>
            <a:r>
              <a:rPr dirty="0" sz="1000">
                <a:latin typeface="Malgun Gothic"/>
                <a:ea typeface="Malgun Gothic"/>
                <a:cs typeface="Malgun Gothic"/>
              </a:rPr>
              <a:t>관리</a:t>
            </a:r>
            <a:endParaRPr dirty="0" sz="1000">
              <a:latin typeface="Malgun Gothic"/>
              <a:ea typeface="Malgun Gothic"/>
              <a:cs typeface="Malgun Gothic"/>
            </a:endParaRPr>
          </a:p>
        </p:txBody>
      </p:sp>
      <p:sp>
        <p:nvSpPr>
          <p:cNvPr id="17" name="TextBox 16"/>
          <p:cNvSpPr txBox="1"/>
          <p:nvPr/>
        </p:nvSpPr>
        <p:spPr>
          <a:xfrm>
            <a:off x="891991" y="4023314"/>
            <a:ext cx="2746472" cy="399411"/>
          </a:xfrm>
          <a:prstGeom prst="rect">
            <a:avLst/>
          </a:prstGeom>
          <a:noFill/>
        </p:spPr>
        <p:txBody>
          <a:bodyPr wrap="square" lIns="11702" tIns="11702" rIns="11702" bIns="0">
            <a:spAutoFit/>
          </a:bodyPr>
          <a:lstStyle/>
          <a:p>
            <a:pPr>
              <a:spcAft>
                <a:spcPts val="368"/>
              </a:spcAft>
              <a:defRPr sz="1100" b="0">
                <a:solidFill>
                  <a:srgbClr val="766A5B"/>
                </a:solidFill>
                <a:latin typeface="Malgun Gothic"/>
                <a:ea typeface="Malgun Gothic"/>
                <a:cs typeface="Malgun Gothic"/>
              </a:defRPr>
            </a:pPr>
            <a:r>
              <a:rPr lang="en-US" dirty="0">
                <a:latin typeface="Malgun Gothic"/>
                <a:ea typeface="Malgun Gothic"/>
                <a:cs typeface="Malgun Gothic"/>
              </a:rPr>
              <a:t>[</a:t>
            </a:r>
            <a:r>
              <a:rPr lang="ko-KR" altLang="en-US" dirty="0">
                <a:latin typeface="Malgun Gothic"/>
                <a:ea typeface="Malgun Gothic"/>
                <a:cs typeface="Malgun Gothic"/>
              </a:rPr>
              <a:t>통합 전</a:t>
            </a:r>
            <a:r>
              <a:rPr lang="en-US" dirty="0">
                <a:latin typeface="Malgun Gothic"/>
                <a:ea typeface="Malgun Gothic"/>
                <a:cs typeface="Malgun Gothic"/>
              </a:rPr>
              <a:t>]</a:t>
            </a:r>
          </a:p>
          <a:p>
            <a:pPr>
              <a:spcAft>
                <a:spcPts val="368"/>
              </a:spcAft>
              <a:defRPr sz="1100" b="0">
                <a:solidFill>
                  <a:srgbClr val="766A5B"/>
                </a:solidFill>
                <a:latin typeface="Malgun Gothic"/>
                <a:ea typeface="Malgun Gothic"/>
                <a:cs typeface="Malgun Gothic"/>
              </a:defRPr>
            </a:pPr>
            <a:r>
              <a:rPr dirty="0">
                <a:latin typeface="Malgun Gothic"/>
                <a:ea typeface="Malgun Gothic"/>
                <a:cs typeface="Malgun Gothic"/>
              </a:rPr>
              <a:t>개별</a:t>
            </a:r>
            <a:r>
              <a:rPr dirty="0">
                <a:latin typeface="Malgun Gothic"/>
                <a:ea typeface="Malgun Gothic"/>
                <a:cs typeface="Malgun Gothic"/>
              </a:rPr>
              <a:t> </a:t>
            </a:r>
            <a:r>
              <a:rPr dirty="0">
                <a:latin typeface="Malgun Gothic"/>
                <a:ea typeface="Malgun Gothic"/>
                <a:cs typeface="Malgun Gothic"/>
              </a:rPr>
              <a:t>페이지마다</a:t>
            </a:r>
            <a:r>
              <a:rPr lang="en-US" dirty="0">
                <a:latin typeface="Malgun Gothic"/>
                <a:ea typeface="Malgun Gothic"/>
                <a:cs typeface="Malgun Gothic"/>
              </a:rPr>
              <a:t> </a:t>
            </a:r>
            <a:r>
              <a:rPr dirty="0">
                <a:latin typeface="Malgun Gothic"/>
                <a:ea typeface="Malgun Gothic"/>
                <a:cs typeface="Malgun Gothic"/>
              </a:rPr>
              <a:t>스타일·기능</a:t>
            </a:r>
            <a:r>
              <a:rPr dirty="0">
                <a:latin typeface="Malgun Gothic"/>
                <a:ea typeface="Malgun Gothic"/>
                <a:cs typeface="Malgun Gothic"/>
              </a:rPr>
              <a:t> </a:t>
            </a:r>
            <a:r>
              <a:rPr dirty="0">
                <a:latin typeface="Malgun Gothic"/>
                <a:ea typeface="Malgun Gothic"/>
                <a:cs typeface="Malgun Gothic"/>
              </a:rPr>
              <a:t>수정</a:t>
            </a:r>
            <a:r>
              <a:rPr dirty="0">
                <a:latin typeface="Malgun Gothic"/>
                <a:ea typeface="Malgun Gothic"/>
                <a:cs typeface="Malgun Gothic"/>
              </a:rPr>
              <a:t> </a:t>
            </a:r>
            <a:r>
              <a:rPr dirty="0">
                <a:latin typeface="Malgun Gothic"/>
                <a:ea typeface="Malgun Gothic"/>
                <a:cs typeface="Malgun Gothic"/>
              </a:rPr>
              <a:t>부담</a:t>
            </a:r>
            <a:endParaRPr dirty="0">
              <a:latin typeface="Malgun Gothic"/>
              <a:ea typeface="Malgun Gothic"/>
              <a:cs typeface="Malgun Gothic"/>
            </a:endParaRPr>
          </a:p>
        </p:txBody>
      </p:sp>
      <p:sp>
        <p:nvSpPr>
          <p:cNvPr id="18" name="TextBox 17"/>
          <p:cNvSpPr txBox="1"/>
          <p:nvPr/>
        </p:nvSpPr>
        <p:spPr>
          <a:xfrm rot="16200000">
            <a:off x="3599966" y="4143059"/>
            <a:ext cx="263908" cy="295422"/>
          </a:xfrm>
          <a:prstGeom prst="rect">
            <a:avLst/>
          </a:prstGeom>
          <a:noFill/>
        </p:spPr>
        <p:txBody>
          <a:bodyPr wrap="square" lIns="11702" tIns="11702" rIns="11702" bIns="0">
            <a:spAutoFit/>
          </a:bodyPr>
          <a:lstStyle/>
          <a:p>
            <a:pPr>
              <a:spcAft>
                <a:spcPts val="368"/>
              </a:spcAft>
              <a:defRPr sz="1850" b="1">
                <a:solidFill>
                  <a:srgbClr val="304D7C"/>
                </a:solidFill>
                <a:latin typeface="Malgun Gothic"/>
                <a:ea typeface="Malgun Gothic"/>
                <a:cs typeface="Malgun Gothic"/>
              </a:defRPr>
            </a:pPr>
            <a:r>
              <a:rPr dirty="0">
                <a:latin typeface="Malgun Gothic"/>
                <a:ea typeface="Malgun Gothic"/>
                <a:cs typeface="Malgun Gothic"/>
              </a:rPr>
              <a:t>↓</a:t>
            </a:r>
          </a:p>
        </p:txBody>
      </p:sp>
      <p:sp>
        <p:nvSpPr>
          <p:cNvPr id="19" name="TextBox 18"/>
          <p:cNvSpPr txBox="1"/>
          <p:nvPr/>
        </p:nvSpPr>
        <p:spPr>
          <a:xfrm>
            <a:off x="4091277" y="3832507"/>
            <a:ext cx="4239321" cy="616842"/>
          </a:xfrm>
          <a:prstGeom prst="rect">
            <a:avLst/>
          </a:prstGeom>
          <a:noFill/>
        </p:spPr>
        <p:txBody>
          <a:bodyPr wrap="square" lIns="11702" tIns="11702" rIns="11702" bIns="0">
            <a:spAutoFit/>
          </a:bodyPr>
          <a:lstStyle/>
          <a:p>
            <a:pPr>
              <a:spcAft>
                <a:spcPts val="368"/>
              </a:spcAft>
              <a:defRPr sz="1100" b="1">
                <a:solidFill>
                  <a:srgbClr val="2A241F"/>
                </a:solidFill>
                <a:latin typeface="Malgun Gothic"/>
                <a:ea typeface="Malgun Gothic"/>
                <a:cs typeface="Malgun Gothic"/>
              </a:defRPr>
            </a:pPr>
            <a:endParaRPr lang="en-US" dirty="0">
              <a:latin typeface="Malgun Gothic"/>
              <a:ea typeface="Malgun Gothic"/>
              <a:cs typeface="Malgun Gothic"/>
            </a:endParaRPr>
          </a:p>
          <a:p>
            <a:pPr>
              <a:spcAft>
                <a:spcPts val="368"/>
              </a:spcAft>
              <a:defRPr sz="1100" b="1">
                <a:solidFill>
                  <a:srgbClr val="2A241F"/>
                </a:solidFill>
                <a:latin typeface="Malgun Gothic"/>
                <a:ea typeface="Malgun Gothic"/>
                <a:cs typeface="Malgun Gothic"/>
              </a:defRPr>
            </a:pPr>
            <a:r>
              <a:rPr lang="en-US" dirty="0">
                <a:latin typeface="Malgun Gothic"/>
                <a:ea typeface="Malgun Gothic"/>
                <a:cs typeface="Malgun Gothic"/>
              </a:rPr>
              <a:t>[</a:t>
            </a:r>
            <a:r>
              <a:rPr lang="ko-KR" altLang="en-US" dirty="0">
                <a:latin typeface="Malgun Gothic"/>
                <a:ea typeface="Malgun Gothic"/>
                <a:cs typeface="Malgun Gothic"/>
              </a:rPr>
              <a:t>통합 후</a:t>
            </a:r>
            <a:r>
              <a:rPr lang="en-US" dirty="0">
                <a:latin typeface="Malgun Gothic"/>
                <a:ea typeface="Malgun Gothic"/>
                <a:cs typeface="Malgun Gothic"/>
              </a:rPr>
              <a:t>]</a:t>
            </a:r>
          </a:p>
          <a:p>
            <a:pPr>
              <a:spcAft>
                <a:spcPts val="368"/>
              </a:spcAft>
              <a:defRPr sz="1100" b="1">
                <a:solidFill>
                  <a:srgbClr val="2A241F"/>
                </a:solidFill>
                <a:latin typeface="Malgun Gothic"/>
                <a:ea typeface="Malgun Gothic"/>
                <a:cs typeface="Malgun Gothic"/>
              </a:defRPr>
            </a:pPr>
            <a:r>
              <a:rPr dirty="0">
                <a:latin typeface="Malgun Gothic"/>
                <a:ea typeface="Malgun Gothic"/>
                <a:cs typeface="Malgun Gothic"/>
              </a:rPr>
              <a:t>s</a:t>
            </a:r>
            <a:r>
              <a:rPr lang="en-US" dirty="0">
                <a:latin typeface="Malgun Gothic"/>
                <a:ea typeface="Malgun Gothic"/>
                <a:cs typeface="Malgun Gothic"/>
              </a:rPr>
              <a:t>h</a:t>
            </a:r>
            <a:r>
              <a:rPr dirty="0">
                <a:latin typeface="Malgun Gothic"/>
                <a:ea typeface="Malgun Gothic"/>
                <a:cs typeface="Malgun Gothic"/>
              </a:rPr>
              <a:t>ared/ </a:t>
            </a:r>
            <a:r>
              <a:rPr dirty="0">
                <a:latin typeface="Malgun Gothic"/>
                <a:ea typeface="Malgun Gothic"/>
                <a:cs typeface="Malgun Gothic"/>
              </a:rPr>
              <a:t>공용</a:t>
            </a:r>
            <a:r>
              <a:rPr dirty="0">
                <a:latin typeface="Malgun Gothic"/>
                <a:ea typeface="Malgun Gothic"/>
                <a:cs typeface="Malgun Gothic"/>
              </a:rPr>
              <a:t> </a:t>
            </a:r>
            <a:r>
              <a:rPr dirty="0">
                <a:latin typeface="Malgun Gothic"/>
                <a:ea typeface="Malgun Gothic"/>
                <a:cs typeface="Malgun Gothic"/>
              </a:rPr>
              <a:t>파일</a:t>
            </a:r>
            <a:r>
              <a:rPr dirty="0">
                <a:latin typeface="Malgun Gothic"/>
                <a:ea typeface="Malgun Gothic"/>
                <a:cs typeface="Malgun Gothic"/>
              </a:rPr>
              <a:t> </a:t>
            </a:r>
            <a:r>
              <a:rPr dirty="0">
                <a:latin typeface="Malgun Gothic"/>
                <a:ea typeface="Malgun Gothic"/>
                <a:cs typeface="Malgun Gothic"/>
              </a:rPr>
              <a:t>참조</a:t>
            </a:r>
            <a:r>
              <a:rPr lang="en-US" dirty="0">
                <a:latin typeface="Malgun Gothic"/>
                <a:ea typeface="Malgun Gothic"/>
                <a:cs typeface="Malgun Gothic"/>
              </a:rPr>
              <a:t>, </a:t>
            </a:r>
            <a:r>
              <a:rPr dirty="0">
                <a:latin typeface="Malgun Gothic"/>
                <a:ea typeface="Malgun Gothic"/>
                <a:cs typeface="Malgun Gothic"/>
              </a:rPr>
              <a:t>한곳에서</a:t>
            </a:r>
            <a:r>
              <a:rPr dirty="0">
                <a:latin typeface="Malgun Gothic"/>
                <a:ea typeface="Malgun Gothic"/>
                <a:cs typeface="Malgun Gothic"/>
              </a:rPr>
              <a:t> </a:t>
            </a:r>
            <a:r>
              <a:rPr dirty="0">
                <a:latin typeface="Malgun Gothic"/>
                <a:ea typeface="Malgun Gothic"/>
                <a:cs typeface="Malgun Gothic"/>
              </a:rPr>
              <a:t>수정·관리</a:t>
            </a:r>
            <a:r>
              <a:rPr lang="en-US" dirty="0">
                <a:latin typeface="Malgun Gothic"/>
                <a:ea typeface="Malgun Gothic"/>
                <a:cs typeface="Malgun Gothic"/>
              </a:rPr>
              <a:t>, </a:t>
            </a:r>
            <a:r>
              <a:rPr dirty="0">
                <a:latin typeface="Malgun Gothic"/>
                <a:ea typeface="Malgun Gothic"/>
                <a:cs typeface="Malgun Gothic"/>
              </a:rPr>
              <a:t>사건별</a:t>
            </a:r>
            <a:r>
              <a:rPr dirty="0">
                <a:latin typeface="Malgun Gothic"/>
                <a:ea typeface="Malgun Gothic"/>
                <a:cs typeface="Malgun Gothic"/>
              </a:rPr>
              <a:t> </a:t>
            </a:r>
            <a:r>
              <a:rPr dirty="0">
                <a:latin typeface="Malgun Gothic"/>
                <a:ea typeface="Malgun Gothic"/>
                <a:cs typeface="Malgun Gothic"/>
              </a:rPr>
              <a:t>일관성</a:t>
            </a:r>
            <a:r>
              <a:rPr dirty="0">
                <a:latin typeface="Malgun Gothic"/>
                <a:ea typeface="Malgun Gothic"/>
                <a:cs typeface="Malgun Gothic"/>
              </a:rPr>
              <a:t> </a:t>
            </a:r>
            <a:r>
              <a:rPr dirty="0">
                <a:latin typeface="Malgun Gothic"/>
                <a:ea typeface="Malgun Gothic"/>
                <a:cs typeface="Malgun Gothic"/>
              </a:rPr>
              <a:t>확보</a:t>
            </a:r>
            <a:endParaRPr dirty="0">
              <a:latin typeface="Malgun Gothic"/>
              <a:ea typeface="Malgun Gothic"/>
              <a:cs typeface="Malgun Gothic"/>
            </a:endParaRPr>
          </a:p>
        </p:txBody>
      </p:sp>
      <p:pic>
        <p:nvPicPr>
          <p:cNvPr id="22" name="그림 21">
            <a:extLst>
              <a:ext uri="{FF2B5EF4-FFF2-40B4-BE49-F238E27FC236}">
                <a16:creationId xmlns:a16="http://schemas.microsoft.com/office/drawing/2014/main" id="{A88132D6-B10F-442C-A845-43713DAAFEE8}"/>
              </a:ext>
            </a:extLst>
          </p:cNvPr>
          <p:cNvPicPr>
            <a:picLocks noChangeAspect="1"/>
          </p:cNvPicPr>
          <p:nvPr/>
        </p:nvPicPr>
        <p:blipFill rotWithShape="1">
          <a:blip r:embed="rId2"/>
          <a:srcRect l="3284" t="57417" r="6024" b="3572"/>
          <a:stretch/>
        </p:blipFill>
        <p:spPr>
          <a:xfrm>
            <a:off x="548640" y="1262693"/>
            <a:ext cx="4189537" cy="1675346"/>
          </a:xfrm>
          <a:prstGeom prst="rect">
            <a:avLst/>
          </a:prstGeom>
        </p:spPr>
      </p:pic>
      <p:sp>
        <p:nvSpPr>
          <p:cNvPr id="9" name="TextBox 8"/>
          <p:cNvSpPr txBox="1"/>
          <p:nvPr/>
        </p:nvSpPr>
        <p:spPr>
          <a:xfrm>
            <a:off x="3457368" y="2127049"/>
            <a:ext cx="4465719" cy="153619"/>
          </a:xfrm>
          <a:prstGeom prst="rect">
            <a:avLst/>
          </a:prstGeom>
          <a:noFill/>
        </p:spPr>
        <p:txBody>
          <a:bodyPr wrap="square" lIns="11702" tIns="11702" rIns="11702" bIns="0">
            <a:spAutoFit/>
          </a:bodyPr>
          <a:lstStyle/>
          <a:p>
            <a:pPr>
              <a:spcAft>
                <a:spcPts val="368"/>
              </a:spcAft>
              <a:defRPr sz="900" b="1">
                <a:solidFill>
                  <a:srgbClr val="99C4EF"/>
                </a:solidFill>
                <a:latin typeface="Malgun Gothic"/>
                <a:ea typeface="Malgun Gothic"/>
                <a:cs typeface="Malgun Gothic"/>
              </a:defRPr>
            </a:pPr>
            <a:r>
              <a:rPr lang="en-US" dirty="0">
                <a:solidFill>
                  <a:srgbClr val="FFFF00"/>
                </a:solidFill>
                <a:latin typeface="Malgun Gothic"/>
                <a:ea typeface="Malgun Gothic"/>
                <a:cs typeface="Malgun Gothic"/>
              </a:rPr>
              <a:t># </a:t>
            </a:r>
            <a:r>
              <a:rPr dirty="0">
                <a:solidFill>
                  <a:srgbClr val="FFFF00"/>
                </a:solidFill>
                <a:latin typeface="Malgun Gothic"/>
                <a:ea typeface="Malgun Gothic"/>
                <a:cs typeface="Malgun Gothic"/>
              </a:rPr>
              <a:t>공통</a:t>
            </a:r>
            <a:r>
              <a:rPr dirty="0">
                <a:solidFill>
                  <a:srgbClr val="FFFF00"/>
                </a:solidFill>
                <a:latin typeface="Malgun Gothic"/>
                <a:ea typeface="Malgun Gothic"/>
                <a:cs typeface="Malgun Gothic"/>
              </a:rPr>
              <a:t> </a:t>
            </a:r>
            <a:r>
              <a:rPr dirty="0">
                <a:solidFill>
                  <a:srgbClr val="FFFF00"/>
                </a:solidFill>
                <a:latin typeface="Malgun Gothic"/>
                <a:ea typeface="Malgun Gothic"/>
                <a:cs typeface="Malgun Gothic"/>
              </a:rPr>
              <a:t>모바일</a:t>
            </a:r>
            <a:r>
              <a:rPr dirty="0">
                <a:solidFill>
                  <a:srgbClr val="FFFF00"/>
                </a:solidFill>
                <a:latin typeface="Malgun Gothic"/>
                <a:ea typeface="Malgun Gothic"/>
                <a:cs typeface="Malgun Gothic"/>
              </a:rPr>
              <a:t> </a:t>
            </a:r>
            <a:r>
              <a:rPr dirty="0">
                <a:solidFill>
                  <a:srgbClr val="FFFF00"/>
                </a:solidFill>
                <a:latin typeface="Malgun Gothic"/>
                <a:ea typeface="Malgun Gothic"/>
                <a:cs typeface="Malgun Gothic"/>
              </a:rPr>
              <a:t>스타일</a:t>
            </a:r>
            <a:endParaRPr dirty="0">
              <a:solidFill>
                <a:srgbClr val="FFFF00"/>
              </a:solidFill>
              <a:latin typeface="Malgun Gothic"/>
              <a:ea typeface="Malgun Gothic"/>
              <a:cs typeface="Malgun Gothic"/>
            </a:endParaRPr>
          </a:p>
        </p:txBody>
      </p:sp>
      <p:sp>
        <p:nvSpPr>
          <p:cNvPr id="25" name="직사각형 24">
            <a:extLst>
              <a:ext uri="{FF2B5EF4-FFF2-40B4-BE49-F238E27FC236}">
                <a16:creationId xmlns:a16="http://schemas.microsoft.com/office/drawing/2014/main" id="{8C2CD8F0-1A60-4057-9DBD-D687DA738D67}"/>
              </a:ext>
            </a:extLst>
          </p:cNvPr>
          <p:cNvSpPr/>
          <p:nvPr/>
        </p:nvSpPr>
        <p:spPr>
          <a:xfrm>
            <a:off x="616047" y="2344250"/>
            <a:ext cx="4037871" cy="22983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pic>
        <p:nvPicPr>
          <p:cNvPr id="24" name="그림 23">
            <a:extLst>
              <a:ext uri="{FF2B5EF4-FFF2-40B4-BE49-F238E27FC236}">
                <a16:creationId xmlns:a16="http://schemas.microsoft.com/office/drawing/2014/main" id="{271A3B17-18AE-4754-B58C-DA29E81361B6}"/>
              </a:ext>
            </a:extLst>
          </p:cNvPr>
          <p:cNvPicPr>
            <a:picLocks noChangeAspect="1"/>
          </p:cNvPicPr>
          <p:nvPr/>
        </p:nvPicPr>
        <p:blipFill rotWithShape="1">
          <a:blip r:embed="rId3"/>
          <a:srcRect l="6677" t="4673" r="20693" b="32272"/>
          <a:stretch/>
        </p:blipFill>
        <p:spPr>
          <a:xfrm>
            <a:off x="4850521" y="1261872"/>
            <a:ext cx="3727986" cy="1675346"/>
          </a:xfrm>
          <a:prstGeom prst="rect">
            <a:avLst/>
          </a:prstGeom>
        </p:spPr>
      </p:pic>
      <p:sp>
        <p:nvSpPr>
          <p:cNvPr id="11" name="TextBox 10"/>
          <p:cNvSpPr txBox="1"/>
          <p:nvPr/>
        </p:nvSpPr>
        <p:spPr>
          <a:xfrm>
            <a:off x="7551487" y="1613531"/>
            <a:ext cx="1043872" cy="153619"/>
          </a:xfrm>
          <a:prstGeom prst="rect">
            <a:avLst/>
          </a:prstGeom>
          <a:noFill/>
        </p:spPr>
        <p:txBody>
          <a:bodyPr wrap="none" lIns="11702" tIns="11702" rIns="11702" bIns="0">
            <a:spAutoFit/>
          </a:bodyPr>
          <a:lstStyle/>
          <a:p>
            <a:pPr>
              <a:spcAft>
                <a:spcPts val="368"/>
              </a:spcAft>
              <a:defRPr sz="900" b="1">
                <a:solidFill>
                  <a:srgbClr val="99C4EF"/>
                </a:solidFill>
                <a:latin typeface="Malgun Gothic"/>
                <a:ea typeface="Malgun Gothic"/>
                <a:cs typeface="Malgun Gothic"/>
              </a:defRPr>
            </a:pPr>
            <a:r>
              <a:rPr lang="en-US" dirty="0">
                <a:solidFill>
                  <a:srgbClr val="FFFF00"/>
                </a:solidFill>
                <a:latin typeface="Malgun Gothic"/>
                <a:ea typeface="Malgun Gothic"/>
                <a:cs typeface="Malgun Gothic"/>
              </a:rPr>
              <a:t>#</a:t>
            </a:r>
            <a:r>
              <a:rPr dirty="0">
                <a:solidFill>
                  <a:srgbClr val="FFFF00"/>
                </a:solidFill>
                <a:latin typeface="Malgun Gothic"/>
                <a:ea typeface="Malgun Gothic"/>
                <a:cs typeface="Malgun Gothic"/>
              </a:rPr>
              <a:t>읽음 </a:t>
            </a:r>
            <a:r>
              <a:rPr dirty="0">
                <a:solidFill>
                  <a:srgbClr val="FFFF00"/>
                </a:solidFill>
                <a:latin typeface="Malgun Gothic"/>
                <a:ea typeface="Malgun Gothic"/>
                <a:cs typeface="Malgun Gothic"/>
              </a:rPr>
              <a:t>기록·보상</a:t>
            </a:r>
            <a:endParaRPr dirty="0">
              <a:solidFill>
                <a:srgbClr val="FFFF00"/>
              </a:solidFill>
              <a:latin typeface="Malgun Gothic"/>
              <a:ea typeface="Malgun Gothic"/>
              <a:cs typeface="Malgun Gothic"/>
            </a:endParaRPr>
          </a:p>
        </p:txBody>
      </p:sp>
      <p:sp>
        <p:nvSpPr>
          <p:cNvPr id="13" name="TextBox 12"/>
          <p:cNvSpPr txBox="1"/>
          <p:nvPr/>
        </p:nvSpPr>
        <p:spPr>
          <a:xfrm>
            <a:off x="7890394" y="2485966"/>
            <a:ext cx="704965" cy="153619"/>
          </a:xfrm>
          <a:prstGeom prst="rect">
            <a:avLst/>
          </a:prstGeom>
          <a:noFill/>
        </p:spPr>
        <p:txBody>
          <a:bodyPr wrap="none" lIns="11702" tIns="11702" rIns="11702" bIns="0">
            <a:spAutoFit/>
          </a:bodyPr>
          <a:lstStyle/>
          <a:p>
            <a:pPr>
              <a:spcAft>
                <a:spcPts val="368"/>
              </a:spcAft>
              <a:defRPr sz="900" b="1">
                <a:solidFill>
                  <a:srgbClr val="99C4EF"/>
                </a:solidFill>
                <a:latin typeface="Malgun Gothic"/>
                <a:ea typeface="Malgun Gothic"/>
                <a:cs typeface="Malgun Gothic"/>
              </a:defRPr>
            </a:pPr>
            <a:r>
              <a:rPr lang="en-US" dirty="0">
                <a:solidFill>
                  <a:srgbClr val="FFFF00"/>
                </a:solidFill>
                <a:latin typeface="Malgun Gothic"/>
                <a:ea typeface="Malgun Gothic"/>
                <a:cs typeface="Malgun Gothic"/>
              </a:rPr>
              <a:t>#</a:t>
            </a:r>
            <a:r>
              <a:rPr dirty="0">
                <a:solidFill>
                  <a:srgbClr val="FFFF00"/>
                </a:solidFill>
                <a:latin typeface="Malgun Gothic"/>
                <a:ea typeface="Malgun Gothic"/>
                <a:cs typeface="Malgun Gothic"/>
              </a:rPr>
              <a:t>사건 </a:t>
            </a:r>
            <a:r>
              <a:rPr dirty="0">
                <a:solidFill>
                  <a:srgbClr val="FFFF00"/>
                </a:solidFill>
                <a:latin typeface="Malgun Gothic"/>
                <a:ea typeface="Malgun Gothic"/>
                <a:cs typeface="Malgun Gothic"/>
              </a:rPr>
              <a:t>탐색</a:t>
            </a:r>
            <a:endParaRPr dirty="0">
              <a:solidFill>
                <a:srgbClr val="FFFF00"/>
              </a:solidFill>
              <a:latin typeface="Malgun Gothic"/>
              <a:ea typeface="Malgun Gothic"/>
              <a:cs typeface="Malgun Gothic"/>
            </a:endParaRPr>
          </a:p>
        </p:txBody>
      </p:sp>
      <p:sp>
        <p:nvSpPr>
          <p:cNvPr id="27" name="직사각형 26">
            <a:extLst>
              <a:ext uri="{FF2B5EF4-FFF2-40B4-BE49-F238E27FC236}">
                <a16:creationId xmlns:a16="http://schemas.microsoft.com/office/drawing/2014/main" id="{EFC25835-9EDD-45F4-B8B6-5B5A645BB475}"/>
              </a:ext>
            </a:extLst>
          </p:cNvPr>
          <p:cNvSpPr/>
          <p:nvPr/>
        </p:nvSpPr>
        <p:spPr>
          <a:xfrm>
            <a:off x="4901939" y="1331853"/>
            <a:ext cx="3567894" cy="22983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28" name="직사각형 27">
            <a:extLst>
              <a:ext uri="{FF2B5EF4-FFF2-40B4-BE49-F238E27FC236}">
                <a16:creationId xmlns:a16="http://schemas.microsoft.com/office/drawing/2014/main" id="{F93FFDC2-6E5E-4B55-A225-72E851AD6E17}"/>
              </a:ext>
            </a:extLst>
          </p:cNvPr>
          <p:cNvSpPr/>
          <p:nvPr/>
        </p:nvSpPr>
        <p:spPr>
          <a:xfrm>
            <a:off x="4901939" y="2210760"/>
            <a:ext cx="3583883" cy="22983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algun Gothic"/>
              <a:ea typeface="Malgun Gothic"/>
              <a:cs typeface="Malgun Gothic"/>
            </a:endParaRPr>
          </a:p>
        </p:txBody>
      </p:sp>
      <p:sp>
        <p:nvSpPr>
          <p:cNvPr id="31" name="TextBox 30">
            <a:extLst>
              <a:ext uri="{FF2B5EF4-FFF2-40B4-BE49-F238E27FC236}">
                <a16:creationId xmlns:a16="http://schemas.microsoft.com/office/drawing/2014/main" id="{214A8593-6096-4690-822B-054F2602B681}"/>
              </a:ext>
            </a:extLst>
          </p:cNvPr>
          <p:cNvSpPr txBox="1"/>
          <p:nvPr/>
        </p:nvSpPr>
        <p:spPr>
          <a:xfrm>
            <a:off x="582342" y="3085725"/>
            <a:ext cx="4189537" cy="616842"/>
          </a:xfrm>
          <a:prstGeom prst="rect">
            <a:avLst/>
          </a:prstGeom>
          <a:noFill/>
        </p:spPr>
        <p:txBody>
          <a:bodyPr wrap="square" lIns="11702" tIns="11702" rIns="11702" bIns="0">
            <a:spAutoFit/>
          </a:bodyPr>
          <a:lstStyle/>
          <a:p>
            <a:pPr>
              <a:spcAft>
                <a:spcPts val="368"/>
              </a:spcAft>
              <a:defRPr sz="1100" b="0">
                <a:solidFill>
                  <a:srgbClr val="766A5B"/>
                </a:solidFill>
                <a:latin typeface="Malgun Gothic"/>
                <a:ea typeface="Malgun Gothic"/>
                <a:cs typeface="Malgun Gothic"/>
              </a:defRPr>
            </a:pPr>
            <a:r>
              <a:rPr lang="en-US" altLang="ko-KR" dirty="0">
                <a:latin typeface="Malgun Gothic"/>
                <a:ea typeface="Malgun Gothic"/>
                <a:cs typeface="Malgun Gothic"/>
              </a:rPr>
              <a:t>[</a:t>
            </a:r>
            <a:r>
              <a:rPr lang="ko-KR" altLang="en-US" dirty="0">
                <a:latin typeface="Malgun Gothic"/>
                <a:ea typeface="Malgun Gothic"/>
                <a:cs typeface="Malgun Gothic"/>
              </a:rPr>
              <a:t>공통</a:t>
            </a:r>
            <a:r>
              <a:rPr lang="en-US" altLang="ko-KR" dirty="0">
                <a:latin typeface="Malgun Gothic"/>
                <a:ea typeface="Malgun Gothic"/>
                <a:cs typeface="Malgun Gothic"/>
              </a:rPr>
              <a:t>CSS</a:t>
            </a:r>
            <a:r>
              <a:rPr lang="ko-KR" altLang="en-US" dirty="0">
                <a:latin typeface="Malgun Gothic"/>
                <a:ea typeface="Malgun Gothic"/>
                <a:cs typeface="Malgun Gothic"/>
              </a:rPr>
              <a:t>연결</a:t>
            </a:r>
            <a:r>
              <a:rPr lang="en-US" altLang="ko-KR" dirty="0">
                <a:latin typeface="Malgun Gothic"/>
                <a:ea typeface="Malgun Gothic"/>
                <a:cs typeface="Malgun Gothic"/>
              </a:rPr>
              <a:t>] </a:t>
            </a:r>
          </a:p>
          <a:p>
            <a:pPr>
              <a:spcAft>
                <a:spcPts val="368"/>
              </a:spcAft>
              <a:defRPr sz="1100" b="0">
                <a:solidFill>
                  <a:srgbClr val="766A5B"/>
                </a:solidFill>
                <a:latin typeface="Malgun Gothic"/>
                <a:ea typeface="Malgun Gothic"/>
                <a:cs typeface="Malgun Gothic"/>
              </a:defRPr>
            </a:pPr>
            <a:r>
              <a:rPr lang="ko-KR" altLang="en-US" dirty="0">
                <a:latin typeface="Malgun Gothic"/>
                <a:ea typeface="Malgun Gothic"/>
                <a:cs typeface="Malgun Gothic"/>
              </a:rPr>
              <a:t>개별 사건 페이지에서 공통 스타일을 참조하도록 구성하여 </a:t>
            </a:r>
            <a:endParaRPr lang="en-US" altLang="ko-KR" dirty="0">
              <a:latin typeface="Malgun Gothic"/>
              <a:ea typeface="Malgun Gothic"/>
              <a:cs typeface="Malgun Gothic"/>
            </a:endParaRPr>
          </a:p>
          <a:p>
            <a:pPr>
              <a:spcAft>
                <a:spcPts val="368"/>
              </a:spcAft>
              <a:defRPr sz="1100" b="0">
                <a:solidFill>
                  <a:srgbClr val="766A5B"/>
                </a:solidFill>
                <a:latin typeface="Malgun Gothic"/>
                <a:ea typeface="Malgun Gothic"/>
                <a:cs typeface="Malgun Gothic"/>
              </a:defRPr>
            </a:pPr>
            <a:r>
              <a:rPr lang="ko-KR" altLang="en-US" dirty="0">
                <a:latin typeface="Malgun Gothic"/>
                <a:ea typeface="Malgun Gothic"/>
                <a:cs typeface="Malgun Gothic"/>
              </a:rPr>
              <a:t>디자인 관리의 일관성을 높임</a:t>
            </a:r>
            <a:endParaRPr dirty="0">
              <a:latin typeface="Malgun Gothic"/>
              <a:ea typeface="Malgun Gothic"/>
              <a:cs typeface="Malgun Gothic"/>
            </a:endParaRPr>
          </a:p>
        </p:txBody>
      </p:sp>
      <p:sp>
        <p:nvSpPr>
          <p:cNvPr id="32" name="TextBox 31">
            <a:extLst>
              <a:ext uri="{FF2B5EF4-FFF2-40B4-BE49-F238E27FC236}">
                <a16:creationId xmlns:a16="http://schemas.microsoft.com/office/drawing/2014/main" id="{3BEBAC22-C9F9-467E-887F-A05CD9AEC5A0}"/>
              </a:ext>
            </a:extLst>
          </p:cNvPr>
          <p:cNvSpPr txBox="1"/>
          <p:nvPr/>
        </p:nvSpPr>
        <p:spPr>
          <a:xfrm>
            <a:off x="4901939" y="3067850"/>
            <a:ext cx="3693420" cy="616842"/>
          </a:xfrm>
          <a:prstGeom prst="rect">
            <a:avLst/>
          </a:prstGeom>
          <a:noFill/>
        </p:spPr>
        <p:txBody>
          <a:bodyPr wrap="square" lIns="11702" tIns="11702" rIns="11702" bIns="0">
            <a:spAutoFit/>
          </a:bodyPr>
          <a:lstStyle/>
          <a:p>
            <a:pPr>
              <a:spcAft>
                <a:spcPts val="368"/>
              </a:spcAft>
              <a:defRPr sz="1100" b="0">
                <a:solidFill>
                  <a:srgbClr val="766A5B"/>
                </a:solidFill>
                <a:latin typeface="Malgun Gothic"/>
                <a:ea typeface="Malgun Gothic"/>
                <a:cs typeface="Malgun Gothic"/>
              </a:defRPr>
            </a:pPr>
            <a:r>
              <a:rPr lang="en-US" altLang="ko-KR" dirty="0">
                <a:latin typeface="Malgun Gothic"/>
                <a:ea typeface="Malgun Gothic"/>
                <a:cs typeface="Malgun Gothic"/>
              </a:rPr>
              <a:t>[</a:t>
            </a:r>
            <a:r>
              <a:rPr lang="ko-KR" altLang="en-US" dirty="0">
                <a:latin typeface="Malgun Gothic"/>
                <a:ea typeface="Malgun Gothic"/>
                <a:cs typeface="Malgun Gothic"/>
              </a:rPr>
              <a:t>공통</a:t>
            </a:r>
            <a:r>
              <a:rPr lang="en-US" altLang="ko-KR" dirty="0">
                <a:latin typeface="Malgun Gothic"/>
                <a:ea typeface="Malgun Gothic"/>
                <a:cs typeface="Malgun Gothic"/>
              </a:rPr>
              <a:t>JS</a:t>
            </a:r>
            <a:r>
              <a:rPr lang="ko-KR" altLang="en-US" dirty="0">
                <a:latin typeface="Malgun Gothic"/>
                <a:ea typeface="Malgun Gothic"/>
                <a:cs typeface="Malgun Gothic"/>
              </a:rPr>
              <a:t>연결</a:t>
            </a:r>
            <a:r>
              <a:rPr lang="en-US" altLang="ko-KR" dirty="0">
                <a:latin typeface="Malgun Gothic"/>
                <a:ea typeface="Malgun Gothic"/>
                <a:cs typeface="Malgun Gothic"/>
              </a:rPr>
              <a:t>] </a:t>
            </a:r>
          </a:p>
          <a:p>
            <a:pPr>
              <a:spcAft>
                <a:spcPts val="368"/>
              </a:spcAft>
              <a:defRPr sz="1100" b="0">
                <a:solidFill>
                  <a:srgbClr val="766A5B"/>
                </a:solidFill>
                <a:latin typeface="Malgun Gothic"/>
                <a:ea typeface="Malgun Gothic"/>
                <a:cs typeface="Malgun Gothic"/>
              </a:defRPr>
            </a:pPr>
            <a:r>
              <a:rPr lang="ko-KR" altLang="en-US" dirty="0">
                <a:latin typeface="Malgun Gothic"/>
                <a:ea typeface="Malgun Gothic"/>
                <a:cs typeface="Malgun Gothic"/>
              </a:rPr>
              <a:t>사건별 페이지에 공통 기능을 중복 장성하지 않고 </a:t>
            </a:r>
            <a:endParaRPr lang="en-US" altLang="ko-KR" dirty="0">
              <a:latin typeface="Malgun Gothic"/>
              <a:ea typeface="Malgun Gothic"/>
              <a:cs typeface="Malgun Gothic"/>
            </a:endParaRPr>
          </a:p>
          <a:p>
            <a:pPr>
              <a:spcAft>
                <a:spcPts val="368"/>
              </a:spcAft>
              <a:defRPr sz="1100" b="0">
                <a:solidFill>
                  <a:srgbClr val="766A5B"/>
                </a:solidFill>
                <a:latin typeface="Malgun Gothic"/>
                <a:ea typeface="Malgun Gothic"/>
                <a:cs typeface="Malgun Gothic"/>
              </a:defRPr>
            </a:pPr>
            <a:r>
              <a:rPr lang="en-US" dirty="0">
                <a:latin typeface="Malgun Gothic"/>
                <a:ea typeface="Malgun Gothic"/>
                <a:cs typeface="Malgun Gothic"/>
              </a:rPr>
              <a:t>Shared/ </a:t>
            </a:r>
            <a:r>
              <a:rPr lang="ko-KR" altLang="en-US" dirty="0">
                <a:latin typeface="Malgun Gothic"/>
                <a:ea typeface="Malgun Gothic"/>
                <a:cs typeface="Malgun Gothic"/>
              </a:rPr>
              <a:t>폴더에서 불러오도록 구성</a:t>
            </a:r>
            <a:endParaRPr dirty="0">
              <a:latin typeface="Malgun Gothic"/>
              <a:ea typeface="Malgun Gothic"/>
              <a:cs typeface="Malgun Gothic"/>
            </a:endParaRPr>
          </a:p>
        </p:txBody>
      </p:sp>
      <p:sp>
        <p:nvSpPr>
          <p:cNvPr id="37"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23</a:t>
            </a:fld>
            <a:endParaRPr lang="en-US">
              <a:latin typeface="Malgun Gothic"/>
              <a:ea typeface="Malgun Gothic"/>
              <a:cs typeface="Malgun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B7C8E6"/>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B7C8E6"/>
                </a:solidFill>
                <a:latin typeface="Malgun Gothic"/>
                <a:ea typeface="Malgun Gothic"/>
                <a:cs typeface="Malgun Gothic"/>
              </a:rPr>
              <a:t>03  주요 기능 및 지면 구성 · 사건 본편</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bg1"/>
                </a:solidFill>
                <a:latin typeface="Batang"/>
                <a:ea typeface="Batang"/>
                <a:cs typeface="Batang"/>
              </a:rPr>
              <a:t>지킨 원칙</a:t>
            </a:r>
            <a:endParaRPr lang="en-US" sz="2500" dirty="0">
              <a:latin typeface="Batang"/>
              <a:ea typeface="Batang"/>
              <a:cs typeface="Batang"/>
            </a:endParaRPr>
          </a:p>
        </p:txBody>
      </p:sp>
      <p:sp>
        <p:nvSpPr>
          <p:cNvPr id="5" name="Shape 3"/>
          <p:cNvSpPr/>
          <p:nvPr/>
        </p:nvSpPr>
        <p:spPr>
          <a:xfrm>
            <a:off x="548640" y="1371600"/>
            <a:ext cx="3931920" cy="1371600"/>
          </a:xfrm>
          <a:prstGeom prst="rect">
            <a:avLst/>
          </a:prstGeom>
          <a:solidFill>
            <a:srgbClr val="222120"/>
          </a:solidFill>
          <a:ln w="9525">
            <a:solidFill>
              <a:srgbClr val="33312D"/>
            </a:solidFill>
            <a:prstDash val="solid"/>
          </a:ln>
        </p:spPr>
        <p:txBody>
          <a:bodyPr/>
          <a:lstStyle/>
          <a:p>
            <a:endParaRPr>
              <a:latin typeface="Malgun Gothic"/>
              <a:ea typeface="Malgun Gothic"/>
              <a:cs typeface="Malgun Gothic"/>
            </a:endParaRPr>
          </a:p>
        </p:txBody>
      </p:sp>
      <p:sp>
        <p:nvSpPr>
          <p:cNvPr id="6" name="Text 4"/>
          <p:cNvSpPr txBox="1"/>
          <p:nvPr/>
        </p:nvSpPr>
        <p:spPr>
          <a:xfrm>
            <a:off x="822960" y="1627632"/>
            <a:ext cx="731520" cy="457200"/>
          </a:xfrm>
          <a:prstGeom prst="rect">
            <a:avLst/>
          </a:prstGeom>
          <a:noFill/>
          <a:ln/>
        </p:spPr>
        <p:txBody>
          <a:bodyPr wrap="square" lIns="0" tIns="0" rIns="0" bIns="0" rtlCol="0" anchor="t"/>
          <a:lstStyle/>
          <a:p>
            <a:pPr marL="0" indent="0">
              <a:buNone/>
            </a:pPr>
            <a:r>
              <a:rPr lang="en-US" sz="2600" b="1" dirty="0">
                <a:solidFill>
                  <a:srgbClr val="2E4A7D"/>
                </a:solidFill>
                <a:latin typeface="Batang"/>
                <a:ea typeface="Batang"/>
                <a:cs typeface="Batang"/>
              </a:rPr>
              <a:t>01</a:t>
            </a:r>
            <a:endParaRPr lang="en-US" sz="2600" dirty="0">
              <a:latin typeface="Malgun Gothic"/>
              <a:ea typeface="Malgun Gothic"/>
              <a:cs typeface="Malgun Gothic"/>
            </a:endParaRPr>
          </a:p>
        </p:txBody>
      </p:sp>
      <p:sp>
        <p:nvSpPr>
          <p:cNvPr id="7" name="Text 5"/>
          <p:cNvSpPr txBox="1"/>
          <p:nvPr/>
        </p:nvSpPr>
        <p:spPr>
          <a:xfrm>
            <a:off x="1554480" y="1664208"/>
            <a:ext cx="2743200" cy="365760"/>
          </a:xfrm>
          <a:prstGeom prst="rect">
            <a:avLst/>
          </a:prstGeom>
          <a:noFill/>
          <a:ln/>
        </p:spPr>
        <p:txBody>
          <a:bodyPr wrap="square" lIns="0" tIns="0" rIns="0" bIns="0" rtlCol="0" anchor="t"/>
          <a:lstStyle/>
          <a:p>
            <a:pPr marL="0" indent="0">
              <a:buNone/>
            </a:pPr>
            <a:r>
              <a:rPr lang="en-US" sz="1600" b="1" dirty="0">
                <a:solidFill>
                  <a:srgbClr val="F3ECDE"/>
                </a:solidFill>
                <a:latin typeface="Malgun Gothic"/>
                <a:ea typeface="Malgun Gothic"/>
                <a:cs typeface="Malgun Gothic"/>
              </a:rPr>
              <a:t>재현은 재현이라고</a:t>
            </a:r>
            <a:endParaRPr lang="en-US" sz="1600" dirty="0">
              <a:latin typeface="Malgun Gothic"/>
              <a:ea typeface="Malgun Gothic"/>
              <a:cs typeface="Malgun Gothic"/>
            </a:endParaRPr>
          </a:p>
        </p:txBody>
      </p:sp>
      <p:sp>
        <p:nvSpPr>
          <p:cNvPr id="8" name="Text 6"/>
          <p:cNvSpPr txBox="1"/>
          <p:nvPr/>
        </p:nvSpPr>
        <p:spPr>
          <a:xfrm>
            <a:off x="1554480" y="2103120"/>
            <a:ext cx="2743200" cy="457200"/>
          </a:xfrm>
          <a:prstGeom prst="rect">
            <a:avLst/>
          </a:prstGeom>
          <a:noFill/>
          <a:ln/>
        </p:spPr>
        <p:txBody>
          <a:bodyPr wrap="square" lIns="0" tIns="0" rIns="0" bIns="0" rtlCol="0" anchor="t"/>
          <a:lstStyle/>
          <a:p>
            <a:pPr marL="0" indent="0">
              <a:buNone/>
            </a:pPr>
            <a:r>
              <a:rPr lang="en-US" sz="1200" dirty="0">
                <a:solidFill>
                  <a:srgbClr val="BDB8AE"/>
                </a:solidFill>
                <a:latin typeface="Malgun Gothic"/>
                <a:ea typeface="Malgun Gothic"/>
                <a:cs typeface="Malgun Gothic"/>
              </a:rPr>
              <a:t>AI 그림 · 지어 쓴 글에 「재현」 「재구성」 표기</a:t>
            </a:r>
            <a:endParaRPr lang="en-US" sz="1200" dirty="0">
              <a:latin typeface="Malgun Gothic"/>
              <a:ea typeface="Malgun Gothic"/>
              <a:cs typeface="Malgun Gothic"/>
            </a:endParaRPr>
          </a:p>
        </p:txBody>
      </p:sp>
      <p:sp>
        <p:nvSpPr>
          <p:cNvPr id="9" name="Shape 7"/>
          <p:cNvSpPr/>
          <p:nvPr/>
        </p:nvSpPr>
        <p:spPr>
          <a:xfrm>
            <a:off x="4663440" y="1371600"/>
            <a:ext cx="3931920" cy="1371600"/>
          </a:xfrm>
          <a:prstGeom prst="rect">
            <a:avLst/>
          </a:prstGeom>
          <a:solidFill>
            <a:srgbClr val="222120"/>
          </a:solidFill>
          <a:ln w="9525">
            <a:solidFill>
              <a:srgbClr val="33312D"/>
            </a:solidFill>
            <a:prstDash val="solid"/>
          </a:ln>
        </p:spPr>
        <p:txBody>
          <a:bodyPr/>
          <a:lstStyle/>
          <a:p>
            <a:endParaRPr>
              <a:latin typeface="Malgun Gothic"/>
              <a:ea typeface="Malgun Gothic"/>
              <a:cs typeface="Malgun Gothic"/>
            </a:endParaRPr>
          </a:p>
        </p:txBody>
      </p:sp>
      <p:sp>
        <p:nvSpPr>
          <p:cNvPr id="10" name="Text 8"/>
          <p:cNvSpPr txBox="1"/>
          <p:nvPr/>
        </p:nvSpPr>
        <p:spPr>
          <a:xfrm>
            <a:off x="4937760" y="1627632"/>
            <a:ext cx="731520" cy="457200"/>
          </a:xfrm>
          <a:prstGeom prst="rect">
            <a:avLst/>
          </a:prstGeom>
          <a:noFill/>
          <a:ln/>
        </p:spPr>
        <p:txBody>
          <a:bodyPr wrap="square" lIns="0" tIns="0" rIns="0" bIns="0" rtlCol="0" anchor="t"/>
          <a:lstStyle/>
          <a:p>
            <a:pPr marL="0" indent="0">
              <a:buNone/>
            </a:pPr>
            <a:r>
              <a:rPr lang="en-US" sz="2600" b="1" dirty="0">
                <a:solidFill>
                  <a:srgbClr val="2E4A7D"/>
                </a:solidFill>
                <a:latin typeface="Batang"/>
                <a:ea typeface="Batang"/>
                <a:cs typeface="Batang"/>
              </a:rPr>
              <a:t>02</a:t>
            </a:r>
            <a:endParaRPr lang="en-US" sz="2600" dirty="0">
              <a:latin typeface="Malgun Gothic"/>
              <a:ea typeface="Malgun Gothic"/>
              <a:cs typeface="Malgun Gothic"/>
            </a:endParaRPr>
          </a:p>
        </p:txBody>
      </p:sp>
      <p:sp>
        <p:nvSpPr>
          <p:cNvPr id="11" name="Text 9"/>
          <p:cNvSpPr txBox="1"/>
          <p:nvPr/>
        </p:nvSpPr>
        <p:spPr>
          <a:xfrm>
            <a:off x="5669280" y="1664208"/>
            <a:ext cx="2743200" cy="365760"/>
          </a:xfrm>
          <a:prstGeom prst="rect">
            <a:avLst/>
          </a:prstGeom>
          <a:noFill/>
          <a:ln/>
        </p:spPr>
        <p:txBody>
          <a:bodyPr wrap="square" lIns="0" tIns="0" rIns="0" bIns="0" rtlCol="0" anchor="t"/>
          <a:lstStyle/>
          <a:p>
            <a:pPr marL="0" indent="0">
              <a:buNone/>
            </a:pPr>
            <a:r>
              <a:rPr lang="en-US" sz="1600" b="1" dirty="0">
                <a:solidFill>
                  <a:srgbClr val="F3ECDE"/>
                </a:solidFill>
                <a:latin typeface="Malgun Gothic"/>
                <a:ea typeface="Malgun Gothic"/>
                <a:cs typeface="Malgun Gothic"/>
              </a:rPr>
              <a:t>피해자를 드러내지 않게</a:t>
            </a:r>
            <a:endParaRPr lang="en-US" sz="1600" dirty="0">
              <a:latin typeface="Malgun Gothic"/>
              <a:ea typeface="Malgun Gothic"/>
              <a:cs typeface="Malgun Gothic"/>
            </a:endParaRPr>
          </a:p>
        </p:txBody>
      </p:sp>
      <p:sp>
        <p:nvSpPr>
          <p:cNvPr id="12" name="Text 10"/>
          <p:cNvSpPr txBox="1"/>
          <p:nvPr/>
        </p:nvSpPr>
        <p:spPr>
          <a:xfrm>
            <a:off x="5669280" y="2103120"/>
            <a:ext cx="2743200" cy="457200"/>
          </a:xfrm>
          <a:prstGeom prst="rect">
            <a:avLst/>
          </a:prstGeom>
          <a:noFill/>
          <a:ln/>
        </p:spPr>
        <p:txBody>
          <a:bodyPr wrap="square" lIns="0" tIns="0" rIns="0" bIns="0" rtlCol="0" anchor="t"/>
          <a:lstStyle/>
          <a:p>
            <a:pPr marL="0" indent="0">
              <a:buNone/>
            </a:pPr>
            <a:r>
              <a:rPr lang="en-US" sz="1200" dirty="0">
                <a:solidFill>
                  <a:srgbClr val="BDB8AE"/>
                </a:solidFill>
                <a:latin typeface="Malgun Gothic"/>
                <a:ea typeface="Malgun Gothic"/>
                <a:cs typeface="Malgun Gothic"/>
              </a:rPr>
              <a:t>얼굴 · 시신 · 피 표현 없이</a:t>
            </a:r>
            <a:endParaRPr lang="en-US" sz="1200" dirty="0">
              <a:latin typeface="Malgun Gothic"/>
              <a:ea typeface="Malgun Gothic"/>
              <a:cs typeface="Malgun Gothic"/>
            </a:endParaRPr>
          </a:p>
        </p:txBody>
      </p:sp>
      <p:sp>
        <p:nvSpPr>
          <p:cNvPr id="13" name="Shape 11"/>
          <p:cNvSpPr/>
          <p:nvPr/>
        </p:nvSpPr>
        <p:spPr>
          <a:xfrm>
            <a:off x="548640" y="2971800"/>
            <a:ext cx="3931920" cy="1371600"/>
          </a:xfrm>
          <a:prstGeom prst="rect">
            <a:avLst/>
          </a:prstGeom>
          <a:solidFill>
            <a:srgbClr val="222120"/>
          </a:solidFill>
          <a:ln w="9525">
            <a:solidFill>
              <a:srgbClr val="33312D"/>
            </a:solidFill>
            <a:prstDash val="solid"/>
          </a:ln>
        </p:spPr>
        <p:txBody>
          <a:bodyPr/>
          <a:lstStyle/>
          <a:p>
            <a:endParaRPr>
              <a:latin typeface="Malgun Gothic"/>
              <a:ea typeface="Malgun Gothic"/>
              <a:cs typeface="Malgun Gothic"/>
            </a:endParaRPr>
          </a:p>
        </p:txBody>
      </p:sp>
      <p:sp>
        <p:nvSpPr>
          <p:cNvPr id="14" name="Text 12"/>
          <p:cNvSpPr txBox="1"/>
          <p:nvPr/>
        </p:nvSpPr>
        <p:spPr>
          <a:xfrm>
            <a:off x="822960" y="3227832"/>
            <a:ext cx="731520" cy="457200"/>
          </a:xfrm>
          <a:prstGeom prst="rect">
            <a:avLst/>
          </a:prstGeom>
          <a:noFill/>
          <a:ln/>
        </p:spPr>
        <p:txBody>
          <a:bodyPr wrap="square" lIns="0" tIns="0" rIns="0" bIns="0" rtlCol="0" anchor="t"/>
          <a:lstStyle/>
          <a:p>
            <a:pPr marL="0" indent="0">
              <a:buNone/>
            </a:pPr>
            <a:r>
              <a:rPr lang="en-US" sz="2600" b="1" dirty="0">
                <a:solidFill>
                  <a:srgbClr val="2E4A7D"/>
                </a:solidFill>
                <a:latin typeface="Batang"/>
                <a:ea typeface="Batang"/>
                <a:cs typeface="Batang"/>
              </a:rPr>
              <a:t>03</a:t>
            </a:r>
            <a:endParaRPr lang="en-US" sz="2600" dirty="0">
              <a:latin typeface="Malgun Gothic"/>
              <a:ea typeface="Malgun Gothic"/>
              <a:cs typeface="Malgun Gothic"/>
            </a:endParaRPr>
          </a:p>
        </p:txBody>
      </p:sp>
      <p:sp>
        <p:nvSpPr>
          <p:cNvPr id="15" name="Text 13"/>
          <p:cNvSpPr txBox="1"/>
          <p:nvPr/>
        </p:nvSpPr>
        <p:spPr>
          <a:xfrm>
            <a:off x="1554480" y="3264408"/>
            <a:ext cx="2743200" cy="365760"/>
          </a:xfrm>
          <a:prstGeom prst="rect">
            <a:avLst/>
          </a:prstGeom>
          <a:noFill/>
          <a:ln/>
        </p:spPr>
        <p:txBody>
          <a:bodyPr wrap="square" lIns="0" tIns="0" rIns="0" bIns="0" rtlCol="0" anchor="t"/>
          <a:lstStyle/>
          <a:p>
            <a:pPr marL="0" indent="0">
              <a:buNone/>
            </a:pPr>
            <a:r>
              <a:rPr lang="en-US" sz="1600" b="1" dirty="0">
                <a:solidFill>
                  <a:srgbClr val="F3ECDE"/>
                </a:solidFill>
                <a:latin typeface="Malgun Gothic"/>
                <a:ea typeface="Malgun Gothic"/>
                <a:cs typeface="Malgun Gothic"/>
              </a:rPr>
              <a:t>확인된 기록만</a:t>
            </a:r>
            <a:endParaRPr lang="en-US" sz="1600" dirty="0">
              <a:latin typeface="Malgun Gothic"/>
              <a:ea typeface="Malgun Gothic"/>
              <a:cs typeface="Malgun Gothic"/>
            </a:endParaRPr>
          </a:p>
        </p:txBody>
      </p:sp>
      <p:sp>
        <p:nvSpPr>
          <p:cNvPr id="16" name="Text 14"/>
          <p:cNvSpPr txBox="1"/>
          <p:nvPr/>
        </p:nvSpPr>
        <p:spPr>
          <a:xfrm>
            <a:off x="1554480" y="3703320"/>
            <a:ext cx="2743200" cy="457200"/>
          </a:xfrm>
          <a:prstGeom prst="rect">
            <a:avLst/>
          </a:prstGeom>
          <a:noFill/>
          <a:ln/>
        </p:spPr>
        <p:txBody>
          <a:bodyPr wrap="square" lIns="0" tIns="0" rIns="0" bIns="0" rtlCol="0" anchor="t"/>
          <a:lstStyle/>
          <a:p>
            <a:pPr marL="0" indent="0">
              <a:buNone/>
            </a:pPr>
            <a:r>
              <a:rPr lang="en-US" sz="1200" dirty="0">
                <a:solidFill>
                  <a:srgbClr val="BDB8AE"/>
                </a:solidFill>
                <a:latin typeface="Malgun Gothic"/>
                <a:ea typeface="Malgun Gothic"/>
                <a:cs typeface="Malgun Gothic"/>
              </a:rPr>
              <a:t>기사 제목 · 날짜 · 지면은 실제 기록으로</a:t>
            </a:r>
            <a:endParaRPr lang="en-US" sz="1200" dirty="0">
              <a:latin typeface="Malgun Gothic"/>
              <a:ea typeface="Malgun Gothic"/>
              <a:cs typeface="Malgun Gothic"/>
            </a:endParaRPr>
          </a:p>
        </p:txBody>
      </p:sp>
      <p:sp>
        <p:nvSpPr>
          <p:cNvPr id="17" name="Shape 15"/>
          <p:cNvSpPr/>
          <p:nvPr/>
        </p:nvSpPr>
        <p:spPr>
          <a:xfrm>
            <a:off x="4663440" y="2971800"/>
            <a:ext cx="3931920" cy="1371600"/>
          </a:xfrm>
          <a:prstGeom prst="rect">
            <a:avLst/>
          </a:prstGeom>
          <a:solidFill>
            <a:srgbClr val="222120"/>
          </a:solidFill>
          <a:ln w="9525">
            <a:solidFill>
              <a:srgbClr val="33312D"/>
            </a:solidFill>
            <a:prstDash val="solid"/>
          </a:ln>
        </p:spPr>
        <p:txBody>
          <a:bodyPr/>
          <a:lstStyle/>
          <a:p>
            <a:endParaRPr>
              <a:latin typeface="Malgun Gothic"/>
              <a:ea typeface="Malgun Gothic"/>
              <a:cs typeface="Malgun Gothic"/>
            </a:endParaRPr>
          </a:p>
        </p:txBody>
      </p:sp>
      <p:sp>
        <p:nvSpPr>
          <p:cNvPr id="18" name="Text 16"/>
          <p:cNvSpPr txBox="1"/>
          <p:nvPr/>
        </p:nvSpPr>
        <p:spPr>
          <a:xfrm>
            <a:off x="4937760" y="3227832"/>
            <a:ext cx="731520" cy="457200"/>
          </a:xfrm>
          <a:prstGeom prst="rect">
            <a:avLst/>
          </a:prstGeom>
          <a:noFill/>
          <a:ln/>
        </p:spPr>
        <p:txBody>
          <a:bodyPr wrap="square" lIns="0" tIns="0" rIns="0" bIns="0" rtlCol="0" anchor="t"/>
          <a:lstStyle/>
          <a:p>
            <a:pPr marL="0" indent="0">
              <a:buNone/>
            </a:pPr>
            <a:r>
              <a:rPr lang="en-US" sz="2600" b="1" dirty="0">
                <a:solidFill>
                  <a:srgbClr val="2E4A7D"/>
                </a:solidFill>
                <a:latin typeface="Batang"/>
                <a:ea typeface="Batang"/>
                <a:cs typeface="Batang"/>
              </a:rPr>
              <a:t>04</a:t>
            </a:r>
            <a:endParaRPr lang="en-US" sz="2600" dirty="0">
              <a:latin typeface="Malgun Gothic"/>
              <a:ea typeface="Malgun Gothic"/>
              <a:cs typeface="Malgun Gothic"/>
            </a:endParaRPr>
          </a:p>
        </p:txBody>
      </p:sp>
      <p:sp>
        <p:nvSpPr>
          <p:cNvPr id="19" name="Text 17"/>
          <p:cNvSpPr txBox="1"/>
          <p:nvPr/>
        </p:nvSpPr>
        <p:spPr>
          <a:xfrm>
            <a:off x="5669280" y="3264408"/>
            <a:ext cx="2743200" cy="365760"/>
          </a:xfrm>
          <a:prstGeom prst="rect">
            <a:avLst/>
          </a:prstGeom>
          <a:noFill/>
          <a:ln/>
        </p:spPr>
        <p:txBody>
          <a:bodyPr wrap="square" lIns="0" tIns="0" rIns="0" bIns="0" rtlCol="0" anchor="t"/>
          <a:lstStyle/>
          <a:p>
            <a:pPr marL="0" indent="0">
              <a:buNone/>
            </a:pPr>
            <a:r>
              <a:rPr lang="en-US" sz="1600" b="1" dirty="0">
                <a:solidFill>
                  <a:srgbClr val="F3ECDE"/>
                </a:solidFill>
                <a:latin typeface="Malgun Gothic"/>
                <a:ea typeface="Malgun Gothic"/>
                <a:cs typeface="Malgun Gothic"/>
              </a:rPr>
              <a:t>출처를 밝히기</a:t>
            </a:r>
            <a:endParaRPr lang="en-US" sz="1600" dirty="0">
              <a:latin typeface="Malgun Gothic"/>
              <a:ea typeface="Malgun Gothic"/>
              <a:cs typeface="Malgun Gothic"/>
            </a:endParaRPr>
          </a:p>
        </p:txBody>
      </p:sp>
      <p:sp>
        <p:nvSpPr>
          <p:cNvPr id="20" name="Text 18"/>
          <p:cNvSpPr txBox="1"/>
          <p:nvPr/>
        </p:nvSpPr>
        <p:spPr>
          <a:xfrm>
            <a:off x="5669280" y="3703320"/>
            <a:ext cx="2743200" cy="457200"/>
          </a:xfrm>
          <a:prstGeom prst="rect">
            <a:avLst/>
          </a:prstGeom>
          <a:noFill/>
          <a:ln/>
        </p:spPr>
        <p:txBody>
          <a:bodyPr wrap="square" lIns="0" tIns="0" rIns="0" bIns="0" rtlCol="0" anchor="t"/>
          <a:lstStyle/>
          <a:p>
            <a:pPr marL="0" indent="0">
              <a:buNone/>
            </a:pPr>
            <a:r>
              <a:rPr lang="en-US" sz="1200" dirty="0">
                <a:solidFill>
                  <a:srgbClr val="BDB8AE"/>
                </a:solidFill>
                <a:latin typeface="Malgun Gothic"/>
                <a:ea typeface="Malgun Gothic"/>
                <a:cs typeface="Malgun Gothic"/>
              </a:rPr>
              <a:t>동아일보 아카이브 등 사건마다 출처</a:t>
            </a:r>
            <a:endParaRPr lang="en-US" sz="1200" dirty="0">
              <a:latin typeface="Malgun Gothic"/>
              <a:ea typeface="Malgun Gothic"/>
              <a:cs typeface="Malgun Gothic"/>
            </a:endParaRP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11</a:t>
            </a:fld>
            <a:endParaRPr lang="en-US">
              <a:latin typeface="Malgun Gothic"/>
              <a:ea typeface="Malgun Gothic"/>
              <a:cs typeface="Malgu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1"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06  피드백 반영과 협업 · 중간발표 개선</a:t>
            </a:r>
            <a:endParaRPr lang="en-US" sz="900" dirty="0">
              <a:latin typeface="Malgun Gothic"/>
              <a:ea typeface="Malgun Gothic"/>
              <a:cs typeface="Malgun Gothic"/>
            </a:endParaRPr>
          </a:p>
        </p:txBody>
      </p:sp>
      <p:sp>
        <p:nvSpPr>
          <p:cNvPr id="32"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중간발표 피드백 및 개선 반영</a:t>
            </a:r>
            <a:endParaRPr lang="en-US" sz="2500" dirty="0">
              <a:latin typeface="Batang"/>
              <a:ea typeface="Batang"/>
              <a:cs typeface="Batang"/>
            </a:endParaRPr>
          </a:p>
        </p:txBody>
      </p:sp>
      <p:sp>
        <p:nvSpPr>
          <p:cNvPr id="5" name="Rounded Rectangle 4"/>
          <p:cNvSpPr/>
          <p:nvPr/>
        </p:nvSpPr>
        <p:spPr>
          <a:xfrm>
            <a:off x="548640" y="1207008"/>
            <a:ext cx="8046720" cy="487877"/>
          </a:xfrm>
          <a:prstGeom prst="roundRect">
            <a:avLst/>
          </a:prstGeom>
          <a:solidFill>
            <a:srgbClr val="EB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6" name="TextBox 5"/>
          <p:cNvSpPr txBox="1"/>
          <p:nvPr/>
        </p:nvSpPr>
        <p:spPr>
          <a:xfrm>
            <a:off x="691750" y="1366584"/>
            <a:ext cx="1138379" cy="210193"/>
          </a:xfrm>
          <a:prstGeom prst="rect">
            <a:avLst/>
          </a:prstGeom>
          <a:noFill/>
        </p:spPr>
        <p:txBody>
          <a:bodyPr wrap="square" lIns="13010" tIns="13010" rIns="13010">
            <a:spAutoFit/>
          </a:bodyPr>
          <a:lstStyle/>
          <a:p>
            <a:pPr>
              <a:spcAft>
                <a:spcPts val="213"/>
              </a:spcAft>
              <a:defRPr sz="1350" b="1">
                <a:solidFill>
                  <a:srgbClr val="2E4B7B"/>
                </a:solidFill>
                <a:latin typeface="Malgun Gothic"/>
                <a:ea typeface="Malgun Gothic"/>
                <a:cs typeface="Malgun Gothic"/>
              </a:defRPr>
            </a:pPr>
            <a:r>
              <a:rPr sz="1000">
                <a:latin typeface="Malgun Gothic"/>
                <a:ea typeface="Malgun Gothic"/>
                <a:cs typeface="Malgun Gothic"/>
              </a:rPr>
              <a:t>1차 피드백</a:t>
            </a:r>
          </a:p>
        </p:txBody>
      </p:sp>
      <p:sp>
        <p:nvSpPr>
          <p:cNvPr id="7" name="TextBox 6"/>
          <p:cNvSpPr txBox="1"/>
          <p:nvPr/>
        </p:nvSpPr>
        <p:spPr>
          <a:xfrm>
            <a:off x="1771585" y="1347069"/>
            <a:ext cx="6570078" cy="210193"/>
          </a:xfrm>
          <a:prstGeom prst="rect">
            <a:avLst/>
          </a:prstGeom>
          <a:noFill/>
        </p:spPr>
        <p:txBody>
          <a:bodyPr wrap="square" lIns="13010" tIns="13010" rIns="13010">
            <a:spAutoFit/>
          </a:bodyPr>
          <a:lstStyle/>
          <a:p>
            <a:pPr>
              <a:spcAft>
                <a:spcPts val="213"/>
              </a:spcAft>
              <a:defRPr sz="1350" b="0">
                <a:solidFill>
                  <a:srgbClr val="201E1C"/>
                </a:solidFill>
                <a:latin typeface="Malgun Gothic"/>
                <a:ea typeface="Malgun Gothic"/>
                <a:cs typeface="Malgun Gothic"/>
              </a:defRPr>
            </a:pPr>
            <a:r>
              <a:rPr sz="1000">
                <a:latin typeface="Malgun Gothic"/>
                <a:ea typeface="Malgun Gothic"/>
                <a:cs typeface="Malgun Gothic"/>
              </a:rPr>
              <a:t>일정 내 완성 우려 · 사용자 편의성 보완  →  역할 분담, 검색·튜토리얼 기능 보강</a:t>
            </a:r>
          </a:p>
        </p:txBody>
      </p:sp>
      <p:sp>
        <p:nvSpPr>
          <p:cNvPr id="8" name="TextBox 7"/>
          <p:cNvSpPr txBox="1"/>
          <p:nvPr/>
        </p:nvSpPr>
        <p:spPr>
          <a:xfrm>
            <a:off x="561650" y="1893288"/>
            <a:ext cx="3252514" cy="253984"/>
          </a:xfrm>
          <a:prstGeom prst="rect">
            <a:avLst/>
          </a:prstGeom>
          <a:noFill/>
        </p:spPr>
        <p:txBody>
          <a:bodyPr wrap="square" lIns="13010" tIns="13010" rIns="13010">
            <a:spAutoFit/>
          </a:bodyPr>
          <a:lstStyle/>
          <a:p>
            <a:pPr>
              <a:spcAft>
                <a:spcPts val="213"/>
              </a:spcAft>
              <a:defRPr sz="1700" b="1">
                <a:solidFill>
                  <a:srgbClr val="2E4B7B"/>
                </a:solidFill>
                <a:latin typeface="Malgun Gothic"/>
                <a:ea typeface="Malgun Gothic"/>
                <a:cs typeface="Malgun Gothic"/>
              </a:defRPr>
            </a:pPr>
            <a:r>
              <a:rPr sz="1300" dirty="0">
                <a:latin typeface="Malgun Gothic"/>
                <a:ea typeface="Malgun Gothic"/>
                <a:cs typeface="Malgun Gothic"/>
              </a:rPr>
              <a:t>2차 </a:t>
            </a:r>
            <a:r>
              <a:rPr sz="1300" dirty="0">
                <a:latin typeface="Malgun Gothic"/>
                <a:ea typeface="Malgun Gothic"/>
                <a:cs typeface="Malgun Gothic"/>
              </a:rPr>
              <a:t>중간발표</a:t>
            </a:r>
            <a:r>
              <a:rPr sz="1300" dirty="0">
                <a:latin typeface="Malgun Gothic"/>
                <a:ea typeface="Malgun Gothic"/>
                <a:cs typeface="Malgun Gothic"/>
              </a:rPr>
              <a:t> </a:t>
            </a:r>
            <a:r>
              <a:rPr sz="1300" dirty="0">
                <a:latin typeface="Malgun Gothic"/>
                <a:ea typeface="Malgun Gothic"/>
                <a:cs typeface="Malgun Gothic"/>
              </a:rPr>
              <a:t>피드백</a:t>
            </a:r>
            <a:endParaRPr sz="1300" dirty="0">
              <a:latin typeface="Malgun Gothic"/>
              <a:ea typeface="Malgun Gothic"/>
              <a:cs typeface="Malgun Gothic"/>
            </a:endParaRPr>
          </a:p>
        </p:txBody>
      </p:sp>
      <p:sp>
        <p:nvSpPr>
          <p:cNvPr id="9" name="TextBox 8"/>
          <p:cNvSpPr txBox="1"/>
          <p:nvPr/>
        </p:nvSpPr>
        <p:spPr>
          <a:xfrm>
            <a:off x="4920019" y="1893288"/>
            <a:ext cx="3252514" cy="253984"/>
          </a:xfrm>
          <a:prstGeom prst="rect">
            <a:avLst/>
          </a:prstGeom>
          <a:noFill/>
        </p:spPr>
        <p:txBody>
          <a:bodyPr wrap="square" lIns="13010" tIns="13010" rIns="13010">
            <a:spAutoFit/>
          </a:bodyPr>
          <a:lstStyle/>
          <a:p>
            <a:pPr>
              <a:spcAft>
                <a:spcPts val="213"/>
              </a:spcAft>
              <a:defRPr sz="1700" b="1">
                <a:solidFill>
                  <a:srgbClr val="2E4B7B"/>
                </a:solidFill>
                <a:latin typeface="Malgun Gothic"/>
                <a:ea typeface="Malgun Gothic"/>
                <a:cs typeface="Malgun Gothic"/>
              </a:defRPr>
            </a:pPr>
            <a:r>
              <a:rPr sz="1300" dirty="0">
                <a:latin typeface="Malgun Gothic"/>
                <a:ea typeface="Malgun Gothic"/>
                <a:cs typeface="Malgun Gothic"/>
              </a:rPr>
              <a:t>최종</a:t>
            </a:r>
            <a:r>
              <a:rPr sz="1300" dirty="0">
                <a:latin typeface="Malgun Gothic"/>
                <a:ea typeface="Malgun Gothic"/>
                <a:cs typeface="Malgun Gothic"/>
              </a:rPr>
              <a:t> </a:t>
            </a:r>
            <a:r>
              <a:rPr sz="1300" dirty="0">
                <a:latin typeface="Malgun Gothic"/>
                <a:ea typeface="Malgun Gothic"/>
                <a:cs typeface="Malgun Gothic"/>
              </a:rPr>
              <a:t>발표</a:t>
            </a:r>
            <a:r>
              <a:rPr sz="1300" dirty="0">
                <a:latin typeface="Malgun Gothic"/>
                <a:ea typeface="Malgun Gothic"/>
                <a:cs typeface="Malgun Gothic"/>
              </a:rPr>
              <a:t> </a:t>
            </a:r>
            <a:r>
              <a:rPr sz="1300" dirty="0">
                <a:latin typeface="Malgun Gothic"/>
                <a:ea typeface="Malgun Gothic"/>
                <a:cs typeface="Malgun Gothic"/>
              </a:rPr>
              <a:t>반영</a:t>
            </a:r>
            <a:r>
              <a:rPr sz="1300" dirty="0">
                <a:latin typeface="Malgun Gothic"/>
                <a:ea typeface="Malgun Gothic"/>
                <a:cs typeface="Malgun Gothic"/>
              </a:rPr>
              <a:t> </a:t>
            </a:r>
            <a:r>
              <a:rPr sz="1300" dirty="0">
                <a:latin typeface="Malgun Gothic"/>
                <a:ea typeface="Malgun Gothic"/>
                <a:cs typeface="Malgun Gothic"/>
              </a:rPr>
              <a:t>방향</a:t>
            </a:r>
            <a:endParaRPr sz="1300" dirty="0">
              <a:latin typeface="Malgun Gothic"/>
              <a:ea typeface="Malgun Gothic"/>
              <a:cs typeface="Malgun Gothic"/>
            </a:endParaRPr>
          </a:p>
        </p:txBody>
      </p:sp>
      <p:sp>
        <p:nvSpPr>
          <p:cNvPr id="10" name="Rounded Rectangle 9"/>
          <p:cNvSpPr/>
          <p:nvPr/>
        </p:nvSpPr>
        <p:spPr>
          <a:xfrm>
            <a:off x="548640" y="2225044"/>
            <a:ext cx="3740391" cy="461857"/>
          </a:xfrm>
          <a:prstGeom prst="roundRect">
            <a:avLst/>
          </a:prstGeom>
          <a:solidFill>
            <a:srgbClr val="E8D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11" name="Rounded Rectangle 10"/>
          <p:cNvSpPr/>
          <p:nvPr/>
        </p:nvSpPr>
        <p:spPr>
          <a:xfrm>
            <a:off x="4809433" y="2225044"/>
            <a:ext cx="3779421" cy="461857"/>
          </a:xfrm>
          <a:prstGeom prst="roundRect">
            <a:avLst/>
          </a:prstGeom>
          <a:solidFill>
            <a:srgbClr val="20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12" name="TextBox 11"/>
          <p:cNvSpPr txBox="1"/>
          <p:nvPr/>
        </p:nvSpPr>
        <p:spPr>
          <a:xfrm>
            <a:off x="678740" y="2353699"/>
            <a:ext cx="3480190" cy="221141"/>
          </a:xfrm>
          <a:prstGeom prst="rect">
            <a:avLst/>
          </a:prstGeom>
          <a:noFill/>
        </p:spPr>
        <p:txBody>
          <a:bodyPr wrap="square" lIns="13010" tIns="13010" rIns="13010">
            <a:spAutoFit/>
          </a:bodyPr>
          <a:lstStyle/>
          <a:p>
            <a:pPr>
              <a:spcAft>
                <a:spcPts val="213"/>
              </a:spcAft>
              <a:defRPr sz="1400" b="1">
                <a:solidFill>
                  <a:srgbClr val="201E1C"/>
                </a:solidFill>
                <a:latin typeface="Malgun Gothic"/>
                <a:ea typeface="Malgun Gothic"/>
                <a:cs typeface="Malgun Gothic"/>
              </a:defRPr>
            </a:pPr>
            <a:r>
              <a:rPr sz="1050" dirty="0">
                <a:latin typeface="Malgun Gothic"/>
                <a:ea typeface="Malgun Gothic"/>
                <a:cs typeface="Malgun Gothic"/>
              </a:rPr>
              <a:t>교육적</a:t>
            </a:r>
            <a:r>
              <a:rPr sz="1050" dirty="0">
                <a:latin typeface="Malgun Gothic"/>
                <a:ea typeface="Malgun Gothic"/>
                <a:cs typeface="Malgun Gothic"/>
              </a:rPr>
              <a:t> </a:t>
            </a:r>
            <a:r>
              <a:rPr sz="1050" dirty="0">
                <a:latin typeface="Malgun Gothic"/>
                <a:ea typeface="Malgun Gothic"/>
                <a:cs typeface="Malgun Gothic"/>
              </a:rPr>
              <a:t>활용</a:t>
            </a:r>
            <a:r>
              <a:rPr sz="1050" dirty="0">
                <a:latin typeface="Malgun Gothic"/>
                <a:ea typeface="Malgun Gothic"/>
                <a:cs typeface="Malgun Gothic"/>
              </a:rPr>
              <a:t> </a:t>
            </a:r>
            <a:r>
              <a:rPr sz="1050" dirty="0">
                <a:latin typeface="Malgun Gothic"/>
                <a:ea typeface="Malgun Gothic"/>
                <a:cs typeface="Malgun Gothic"/>
              </a:rPr>
              <a:t>가능성</a:t>
            </a:r>
            <a:r>
              <a:rPr sz="1050" dirty="0">
                <a:latin typeface="Malgun Gothic"/>
                <a:ea typeface="Malgun Gothic"/>
                <a:cs typeface="Malgun Gothic"/>
              </a:rPr>
              <a:t> </a:t>
            </a:r>
            <a:r>
              <a:rPr sz="1050" dirty="0">
                <a:latin typeface="Malgun Gothic"/>
                <a:ea typeface="Malgun Gothic"/>
                <a:cs typeface="Malgun Gothic"/>
              </a:rPr>
              <a:t>제시</a:t>
            </a:r>
            <a:endParaRPr sz="1050" dirty="0">
              <a:latin typeface="Malgun Gothic"/>
              <a:ea typeface="Malgun Gothic"/>
              <a:cs typeface="Malgun Gothic"/>
            </a:endParaRPr>
          </a:p>
        </p:txBody>
      </p:sp>
      <p:sp>
        <p:nvSpPr>
          <p:cNvPr id="13" name="TextBox 12"/>
          <p:cNvSpPr txBox="1"/>
          <p:nvPr/>
        </p:nvSpPr>
        <p:spPr>
          <a:xfrm>
            <a:off x="4933029" y="2334184"/>
            <a:ext cx="3499705" cy="210193"/>
          </a:xfrm>
          <a:prstGeom prst="rect">
            <a:avLst/>
          </a:prstGeom>
          <a:noFill/>
        </p:spPr>
        <p:txBody>
          <a:bodyPr wrap="none" lIns="13010" tIns="13010" rIns="13010">
            <a:spAutoFit/>
          </a:bodyPr>
          <a:lstStyle/>
          <a:p>
            <a:pPr>
              <a:spcAft>
                <a:spcPts val="213"/>
              </a:spcAft>
              <a:defRPr sz="1350" b="1">
                <a:solidFill>
                  <a:srgbClr val="FFFFFF"/>
                </a:solidFill>
                <a:latin typeface="Malgun Gothic"/>
                <a:ea typeface="Malgun Gothic"/>
                <a:cs typeface="Malgun Gothic"/>
              </a:defRPr>
            </a:pPr>
            <a:r>
              <a:rPr sz="1000">
                <a:latin typeface="Malgun Gothic"/>
                <a:ea typeface="Malgun Gothic"/>
                <a:cs typeface="Malgun Gothic"/>
              </a:rPr>
              <a:t>학생·교사 타깃 추가, 원문 비교·호외 제작의 학습 활용 제안</a:t>
            </a:r>
          </a:p>
        </p:txBody>
      </p:sp>
      <p:sp>
        <p:nvSpPr>
          <p:cNvPr id="14" name="TextBox 13"/>
          <p:cNvSpPr txBox="1"/>
          <p:nvPr/>
        </p:nvSpPr>
        <p:spPr>
          <a:xfrm>
            <a:off x="4445151" y="2316115"/>
            <a:ext cx="227675" cy="264931"/>
          </a:xfrm>
          <a:prstGeom prst="rect">
            <a:avLst/>
          </a:prstGeom>
          <a:noFill/>
        </p:spPr>
        <p:txBody>
          <a:bodyPr wrap="square" lIns="13010" tIns="13010" rIns="13010">
            <a:spAutoFit/>
          </a:bodyPr>
          <a:lstStyle/>
          <a:p>
            <a:pPr>
              <a:spcAft>
                <a:spcPts val="213"/>
              </a:spcAft>
              <a:defRPr sz="1800" b="1">
                <a:solidFill>
                  <a:srgbClr val="736C63"/>
                </a:solidFill>
                <a:latin typeface="Malgun Gothic"/>
                <a:ea typeface="Malgun Gothic"/>
                <a:cs typeface="Malgun Gothic"/>
              </a:defRPr>
            </a:pPr>
            <a:r>
              <a:rPr sz="1350">
                <a:latin typeface="Malgun Gothic"/>
                <a:ea typeface="Malgun Gothic"/>
                <a:cs typeface="Malgun Gothic"/>
              </a:rPr>
              <a:t>→</a:t>
            </a:r>
          </a:p>
        </p:txBody>
      </p:sp>
      <p:sp>
        <p:nvSpPr>
          <p:cNvPr id="15" name="Rounded Rectangle 14"/>
          <p:cNvSpPr/>
          <p:nvPr/>
        </p:nvSpPr>
        <p:spPr>
          <a:xfrm>
            <a:off x="548640" y="2758457"/>
            <a:ext cx="3740391" cy="461857"/>
          </a:xfrm>
          <a:prstGeom prst="roundRect">
            <a:avLst/>
          </a:prstGeom>
          <a:solidFill>
            <a:srgbClr val="E8D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16" name="Rounded Rectangle 15"/>
          <p:cNvSpPr/>
          <p:nvPr/>
        </p:nvSpPr>
        <p:spPr>
          <a:xfrm>
            <a:off x="4809433" y="2758457"/>
            <a:ext cx="3779421" cy="461857"/>
          </a:xfrm>
          <a:prstGeom prst="roundRect">
            <a:avLst/>
          </a:prstGeom>
          <a:solidFill>
            <a:srgbClr val="20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17" name="TextBox 16"/>
          <p:cNvSpPr txBox="1"/>
          <p:nvPr/>
        </p:nvSpPr>
        <p:spPr>
          <a:xfrm>
            <a:off x="678740" y="2887112"/>
            <a:ext cx="3480190" cy="221141"/>
          </a:xfrm>
          <a:prstGeom prst="rect">
            <a:avLst/>
          </a:prstGeom>
          <a:noFill/>
        </p:spPr>
        <p:txBody>
          <a:bodyPr wrap="square" lIns="13010" tIns="13010" rIns="13010">
            <a:spAutoFit/>
          </a:bodyPr>
          <a:lstStyle/>
          <a:p>
            <a:pPr>
              <a:spcAft>
                <a:spcPts val="213"/>
              </a:spcAft>
              <a:defRPr sz="1400" b="1">
                <a:solidFill>
                  <a:srgbClr val="201E1C"/>
                </a:solidFill>
                <a:latin typeface="Malgun Gothic"/>
                <a:ea typeface="Malgun Gothic"/>
                <a:cs typeface="Malgun Gothic"/>
              </a:defRPr>
            </a:pPr>
            <a:r>
              <a:rPr sz="1050">
                <a:latin typeface="Malgun Gothic"/>
                <a:ea typeface="Malgun Gothic"/>
                <a:cs typeface="Malgun Gothic"/>
              </a:rPr>
              <a:t>역사 자료의 출처·이용 조건 확인</a:t>
            </a:r>
          </a:p>
        </p:txBody>
      </p:sp>
      <p:sp>
        <p:nvSpPr>
          <p:cNvPr id="18" name="TextBox 17"/>
          <p:cNvSpPr txBox="1"/>
          <p:nvPr/>
        </p:nvSpPr>
        <p:spPr>
          <a:xfrm>
            <a:off x="4933029" y="2867596"/>
            <a:ext cx="3499705" cy="210193"/>
          </a:xfrm>
          <a:prstGeom prst="rect">
            <a:avLst/>
          </a:prstGeom>
          <a:noFill/>
        </p:spPr>
        <p:txBody>
          <a:bodyPr wrap="none" lIns="13010" tIns="13010" rIns="13010">
            <a:spAutoFit/>
          </a:bodyPr>
          <a:lstStyle/>
          <a:p>
            <a:pPr>
              <a:spcAft>
                <a:spcPts val="213"/>
              </a:spcAft>
              <a:defRPr sz="1350" b="1">
                <a:solidFill>
                  <a:srgbClr val="FFFFFF"/>
                </a:solidFill>
                <a:latin typeface="Malgun Gothic"/>
                <a:ea typeface="Malgun Gothic"/>
                <a:cs typeface="Malgun Gothic"/>
              </a:defRPr>
            </a:pPr>
            <a:r>
              <a:rPr sz="1000">
                <a:latin typeface="Malgun Gothic"/>
                <a:ea typeface="Malgun Gothic"/>
                <a:cs typeface="Malgun Gothic"/>
              </a:rPr>
              <a:t>원문·사진·영상 출처 및 이용 조건 점검 항목 정리</a:t>
            </a:r>
          </a:p>
        </p:txBody>
      </p:sp>
      <p:sp>
        <p:nvSpPr>
          <p:cNvPr id="19" name="TextBox 18"/>
          <p:cNvSpPr txBox="1"/>
          <p:nvPr/>
        </p:nvSpPr>
        <p:spPr>
          <a:xfrm>
            <a:off x="4445151" y="2849527"/>
            <a:ext cx="227675" cy="264931"/>
          </a:xfrm>
          <a:prstGeom prst="rect">
            <a:avLst/>
          </a:prstGeom>
          <a:noFill/>
        </p:spPr>
        <p:txBody>
          <a:bodyPr wrap="square" lIns="13010" tIns="13010" rIns="13010">
            <a:spAutoFit/>
          </a:bodyPr>
          <a:lstStyle/>
          <a:p>
            <a:pPr>
              <a:spcAft>
                <a:spcPts val="213"/>
              </a:spcAft>
              <a:defRPr sz="1800" b="1">
                <a:solidFill>
                  <a:srgbClr val="736C63"/>
                </a:solidFill>
                <a:latin typeface="Malgun Gothic"/>
                <a:ea typeface="Malgun Gothic"/>
                <a:cs typeface="Malgun Gothic"/>
              </a:defRPr>
            </a:pPr>
            <a:r>
              <a:rPr sz="1350">
                <a:latin typeface="Malgun Gothic"/>
                <a:ea typeface="Malgun Gothic"/>
                <a:cs typeface="Malgun Gothic"/>
              </a:rPr>
              <a:t>→</a:t>
            </a:r>
          </a:p>
        </p:txBody>
      </p:sp>
      <p:sp>
        <p:nvSpPr>
          <p:cNvPr id="20" name="Rounded Rectangle 19"/>
          <p:cNvSpPr/>
          <p:nvPr/>
        </p:nvSpPr>
        <p:spPr>
          <a:xfrm>
            <a:off x="548640" y="3291869"/>
            <a:ext cx="3740391" cy="461857"/>
          </a:xfrm>
          <a:prstGeom prst="roundRect">
            <a:avLst/>
          </a:prstGeom>
          <a:solidFill>
            <a:srgbClr val="E8D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21" name="Rounded Rectangle 20"/>
          <p:cNvSpPr/>
          <p:nvPr/>
        </p:nvSpPr>
        <p:spPr>
          <a:xfrm>
            <a:off x="4809433" y="3291869"/>
            <a:ext cx="3779421" cy="461857"/>
          </a:xfrm>
          <a:prstGeom prst="roundRect">
            <a:avLst/>
          </a:prstGeom>
          <a:solidFill>
            <a:srgbClr val="20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22" name="TextBox 21"/>
          <p:cNvSpPr txBox="1"/>
          <p:nvPr/>
        </p:nvSpPr>
        <p:spPr>
          <a:xfrm>
            <a:off x="678740" y="3420524"/>
            <a:ext cx="3480190" cy="221141"/>
          </a:xfrm>
          <a:prstGeom prst="rect">
            <a:avLst/>
          </a:prstGeom>
          <a:noFill/>
        </p:spPr>
        <p:txBody>
          <a:bodyPr wrap="square" lIns="13010" tIns="13010" rIns="13010">
            <a:spAutoFit/>
          </a:bodyPr>
          <a:lstStyle/>
          <a:p>
            <a:pPr>
              <a:spcAft>
                <a:spcPts val="213"/>
              </a:spcAft>
              <a:defRPr sz="1400" b="1">
                <a:solidFill>
                  <a:srgbClr val="201E1C"/>
                </a:solidFill>
                <a:latin typeface="Malgun Gothic"/>
                <a:ea typeface="Malgun Gothic"/>
                <a:cs typeface="Malgun Gothic"/>
              </a:defRPr>
            </a:pPr>
            <a:r>
              <a:rPr sz="1050">
                <a:latin typeface="Malgun Gothic"/>
                <a:ea typeface="Malgun Gothic"/>
                <a:cs typeface="Malgun Gothic"/>
              </a:rPr>
              <a:t>사건 데이터와 유지보수 구조 개선</a:t>
            </a:r>
          </a:p>
        </p:txBody>
      </p:sp>
      <p:sp>
        <p:nvSpPr>
          <p:cNvPr id="23" name="TextBox 22"/>
          <p:cNvSpPr txBox="1"/>
          <p:nvPr/>
        </p:nvSpPr>
        <p:spPr>
          <a:xfrm>
            <a:off x="4933029" y="3401009"/>
            <a:ext cx="3499705" cy="210193"/>
          </a:xfrm>
          <a:prstGeom prst="rect">
            <a:avLst/>
          </a:prstGeom>
          <a:noFill/>
        </p:spPr>
        <p:txBody>
          <a:bodyPr wrap="none" lIns="13010" tIns="13010" rIns="13010">
            <a:spAutoFit/>
          </a:bodyPr>
          <a:lstStyle/>
          <a:p>
            <a:pPr>
              <a:spcAft>
                <a:spcPts val="213"/>
              </a:spcAft>
              <a:defRPr sz="1350" b="1">
                <a:solidFill>
                  <a:srgbClr val="FFFFFF"/>
                </a:solidFill>
                <a:latin typeface="Malgun Gothic"/>
                <a:ea typeface="Malgun Gothic"/>
                <a:cs typeface="Malgun Gothic"/>
              </a:defRPr>
            </a:pPr>
            <a:r>
              <a:rPr sz="1000">
                <a:latin typeface="Malgun Gothic"/>
                <a:ea typeface="Malgun Gothic"/>
                <a:cs typeface="Malgun Gothic"/>
              </a:rPr>
              <a:t>사건별 데이터 구조 정리 및 shared/ 공통 코드 관리</a:t>
            </a:r>
          </a:p>
        </p:txBody>
      </p:sp>
      <p:sp>
        <p:nvSpPr>
          <p:cNvPr id="24" name="TextBox 23"/>
          <p:cNvSpPr txBox="1"/>
          <p:nvPr/>
        </p:nvSpPr>
        <p:spPr>
          <a:xfrm>
            <a:off x="4445151" y="3382939"/>
            <a:ext cx="227675" cy="264931"/>
          </a:xfrm>
          <a:prstGeom prst="rect">
            <a:avLst/>
          </a:prstGeom>
          <a:noFill/>
        </p:spPr>
        <p:txBody>
          <a:bodyPr wrap="square" lIns="13010" tIns="13010" rIns="13010">
            <a:spAutoFit/>
          </a:bodyPr>
          <a:lstStyle/>
          <a:p>
            <a:pPr>
              <a:spcAft>
                <a:spcPts val="213"/>
              </a:spcAft>
              <a:defRPr sz="1800" b="1">
                <a:solidFill>
                  <a:srgbClr val="736C63"/>
                </a:solidFill>
                <a:latin typeface="Malgun Gothic"/>
                <a:ea typeface="Malgun Gothic"/>
                <a:cs typeface="Malgun Gothic"/>
              </a:defRPr>
            </a:pPr>
            <a:r>
              <a:rPr sz="1350">
                <a:latin typeface="Malgun Gothic"/>
                <a:ea typeface="Malgun Gothic"/>
                <a:cs typeface="Malgun Gothic"/>
              </a:rPr>
              <a:t>→</a:t>
            </a:r>
          </a:p>
        </p:txBody>
      </p:sp>
      <p:sp>
        <p:nvSpPr>
          <p:cNvPr id="25" name="Rounded Rectangle 24"/>
          <p:cNvSpPr/>
          <p:nvPr/>
        </p:nvSpPr>
        <p:spPr>
          <a:xfrm>
            <a:off x="548640" y="3825281"/>
            <a:ext cx="3740391" cy="461857"/>
          </a:xfrm>
          <a:prstGeom prst="roundRect">
            <a:avLst/>
          </a:prstGeom>
          <a:solidFill>
            <a:srgbClr val="E8D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26" name="Rounded Rectangle 25"/>
          <p:cNvSpPr/>
          <p:nvPr/>
        </p:nvSpPr>
        <p:spPr>
          <a:xfrm>
            <a:off x="4809433" y="3825281"/>
            <a:ext cx="3779421" cy="461857"/>
          </a:xfrm>
          <a:prstGeom prst="roundRect">
            <a:avLst/>
          </a:prstGeom>
          <a:solidFill>
            <a:srgbClr val="20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Malgun Gothic"/>
              <a:ea typeface="Malgun Gothic"/>
              <a:cs typeface="Malgun Gothic"/>
            </a:endParaRPr>
          </a:p>
        </p:txBody>
      </p:sp>
      <p:sp>
        <p:nvSpPr>
          <p:cNvPr id="27" name="TextBox 26"/>
          <p:cNvSpPr txBox="1"/>
          <p:nvPr/>
        </p:nvSpPr>
        <p:spPr>
          <a:xfrm>
            <a:off x="678740" y="3953936"/>
            <a:ext cx="3480190" cy="221141"/>
          </a:xfrm>
          <a:prstGeom prst="rect">
            <a:avLst/>
          </a:prstGeom>
          <a:noFill/>
        </p:spPr>
        <p:txBody>
          <a:bodyPr wrap="square" lIns="13010" tIns="13010" rIns="13010">
            <a:spAutoFit/>
          </a:bodyPr>
          <a:lstStyle/>
          <a:p>
            <a:pPr>
              <a:spcAft>
                <a:spcPts val="213"/>
              </a:spcAft>
              <a:defRPr sz="1400" b="1">
                <a:solidFill>
                  <a:srgbClr val="201E1C"/>
                </a:solidFill>
                <a:latin typeface="Malgun Gothic"/>
                <a:ea typeface="Malgun Gothic"/>
                <a:cs typeface="Malgun Gothic"/>
              </a:defRPr>
            </a:pPr>
            <a:r>
              <a:rPr sz="1050">
                <a:latin typeface="Malgun Gothic"/>
                <a:ea typeface="Malgun Gothic"/>
                <a:cs typeface="Malgun Gothic"/>
              </a:rPr>
              <a:t>완성 범위와 사용자 동선 명확화</a:t>
            </a:r>
          </a:p>
        </p:txBody>
      </p:sp>
      <p:sp>
        <p:nvSpPr>
          <p:cNvPr id="28" name="TextBox 27"/>
          <p:cNvSpPr txBox="1"/>
          <p:nvPr/>
        </p:nvSpPr>
        <p:spPr>
          <a:xfrm>
            <a:off x="4933029" y="3934421"/>
            <a:ext cx="3499705" cy="210193"/>
          </a:xfrm>
          <a:prstGeom prst="rect">
            <a:avLst/>
          </a:prstGeom>
          <a:noFill/>
        </p:spPr>
        <p:txBody>
          <a:bodyPr wrap="none" lIns="13010" tIns="13010" rIns="13010">
            <a:spAutoFit/>
          </a:bodyPr>
          <a:lstStyle/>
          <a:p>
            <a:pPr>
              <a:spcAft>
                <a:spcPts val="213"/>
              </a:spcAft>
              <a:defRPr sz="1350" b="1">
                <a:solidFill>
                  <a:srgbClr val="FFFFFF"/>
                </a:solidFill>
                <a:latin typeface="Malgun Gothic"/>
                <a:ea typeface="Malgun Gothic"/>
                <a:cs typeface="Malgun Gothic"/>
              </a:defRPr>
            </a:pPr>
            <a:r>
              <a:rPr sz="1000">
                <a:latin typeface="Malgun Gothic"/>
                <a:ea typeface="Malgun Gothic"/>
                <a:cs typeface="Malgun Gothic"/>
              </a:rPr>
              <a:t>핵심 기능 중심으로 범위 정리, 사이트맵·튜토리얼 제시</a:t>
            </a:r>
          </a:p>
        </p:txBody>
      </p:sp>
      <p:sp>
        <p:nvSpPr>
          <p:cNvPr id="29" name="TextBox 28"/>
          <p:cNvSpPr txBox="1"/>
          <p:nvPr/>
        </p:nvSpPr>
        <p:spPr>
          <a:xfrm>
            <a:off x="4445151" y="3916352"/>
            <a:ext cx="227675" cy="264931"/>
          </a:xfrm>
          <a:prstGeom prst="rect">
            <a:avLst/>
          </a:prstGeom>
          <a:noFill/>
        </p:spPr>
        <p:txBody>
          <a:bodyPr wrap="square" lIns="13010" tIns="13010" rIns="13010">
            <a:spAutoFit/>
          </a:bodyPr>
          <a:lstStyle/>
          <a:p>
            <a:pPr>
              <a:spcAft>
                <a:spcPts val="213"/>
              </a:spcAft>
              <a:defRPr sz="1800" b="1">
                <a:solidFill>
                  <a:srgbClr val="736C63"/>
                </a:solidFill>
                <a:latin typeface="Malgun Gothic"/>
                <a:ea typeface="Malgun Gothic"/>
                <a:cs typeface="Malgun Gothic"/>
              </a:defRPr>
            </a:pPr>
            <a:r>
              <a:rPr sz="1350">
                <a:latin typeface="Malgun Gothic"/>
                <a:ea typeface="Malgun Gothic"/>
                <a:cs typeface="Malgun Gothic"/>
              </a:rPr>
              <a:t>→</a:t>
            </a:r>
          </a:p>
        </p:txBody>
      </p:sp>
      <p:sp>
        <p:nvSpPr>
          <p:cNvPr id="3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24</a:t>
            </a:fld>
            <a:endParaRPr lang="en-US">
              <a:latin typeface="Malgun Gothic"/>
              <a:ea typeface="Malgun Gothic"/>
              <a:cs typeface="Malgun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07  최종 결과 및 발전 방향</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en-US" sz="2500" b="1" dirty="0">
                <a:solidFill>
                  <a:schemeClr val="tx1"/>
                </a:solidFill>
                <a:latin typeface="Batang"/>
                <a:ea typeface="Batang"/>
                <a:cs typeface="Batang"/>
              </a:rPr>
              <a:t>100년 전 기사도 히어로콘텐츠가 될 수 있을까?</a:t>
            </a:r>
            <a:endParaRPr lang="en-US" sz="2500" dirty="0">
              <a:latin typeface="Batang"/>
              <a:ea typeface="Batang"/>
              <a:cs typeface="Batang"/>
            </a:endParaRPr>
          </a:p>
        </p:txBody>
      </p:sp>
      <p:sp>
        <p:nvSpPr>
          <p:cNvPr id="225" name="Pledge banner 225"/>
          <p:cNvSpPr/>
          <p:nvPr/>
        </p:nvSpPr>
        <p:spPr>
          <a:xfrm>
            <a:off x="548640" y="1066852"/>
            <a:ext cx="8046720" cy="810663"/>
          </a:xfrm>
          <a:prstGeom prst="rect">
            <a:avLst/>
          </a:prstGeom>
          <a:solidFill>
            <a:srgbClr val="2E4A7D"/>
          </a:solidFill>
          <a:ln>
            <a:noFill/>
          </a:ln>
        </p:spPr>
        <p:txBody>
          <a:bodyPr/>
          <a:lstStyle/>
          <a:p>
            <a:endParaRPr>
              <a:latin typeface="Malgun Gothic"/>
              <a:ea typeface="Malgun Gothic"/>
              <a:cs typeface="Malgun Gothic"/>
            </a:endParaRPr>
          </a:p>
        </p:txBody>
      </p:sp>
      <p:sp>
        <p:nvSpPr>
          <p:cNvPr id="226" name="Text 226"/>
          <p:cNvSpPr txBox="1"/>
          <p:nvPr/>
        </p:nvSpPr>
        <p:spPr>
          <a:xfrm>
            <a:off x="822960" y="1176580"/>
            <a:ext cx="137160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altLang="en-US" sz="1000" b="1" i="0" spc="200" dirty="0">
                <a:solidFill>
                  <a:srgbClr val="C9D6EE"/>
                </a:solidFill>
                <a:latin typeface="Malgun Gothic"/>
                <a:ea typeface="Malgun Gothic"/>
                <a:cs typeface="Malgun Gothic"/>
              </a:rPr>
              <a:t>우리의 당찬 </a:t>
            </a:r>
            <a:r>
              <a:rPr lang="ko-KR" sz="1000" b="1" i="0" spc="200" dirty="0">
                <a:solidFill>
                  <a:srgbClr val="C9D6EE"/>
                </a:solidFill>
                <a:latin typeface="Malgun Gothic"/>
                <a:ea typeface="Malgun Gothic"/>
                <a:cs typeface="Malgun Gothic"/>
              </a:rPr>
              <a:t>포부</a:t>
            </a:r>
          </a:p>
        </p:txBody>
      </p:sp>
      <p:sp>
        <p:nvSpPr>
          <p:cNvPr id="227" name="Text 227"/>
          <p:cNvSpPr txBox="1"/>
          <p:nvPr/>
        </p:nvSpPr>
        <p:spPr>
          <a:xfrm>
            <a:off x="822960" y="1432612"/>
            <a:ext cx="7498080" cy="375535"/>
          </a:xfrm>
          <a:prstGeom prst="rect">
            <a:avLst/>
          </a:prstGeom>
          <a:noFill/>
        </p:spPr>
        <p:txBody>
          <a:bodyPr wrap="square" lIns="0" tIns="0" rIns="0" bIns="0" rtlCol="0" anchor="t">
            <a:noAutofit/>
          </a:bodyPr>
          <a:lstStyle/>
          <a:p>
            <a:pPr marL="0" indent="0" algn="l">
              <a:lnSpc>
                <a:spcPct val="128000"/>
              </a:lnSpc>
              <a:spcAft>
                <a:spcPts val="0"/>
              </a:spcAft>
              <a:buNone/>
            </a:pPr>
            <a:r>
              <a:rPr lang="ko-KR" sz="1400" b="1" i="0" dirty="0">
                <a:solidFill>
                  <a:srgbClr val="FFFFFF"/>
                </a:solidFill>
                <a:latin typeface="Batang"/>
                <a:ea typeface="Batang"/>
                <a:cs typeface="Batang"/>
              </a:rPr>
              <a:t>동아일보 창간 기념일 같은 특별한 날, </a:t>
            </a:r>
            <a:r>
              <a:rPr lang="ko-KR" sz="1400" b="1" i="0" dirty="0">
                <a:solidFill>
                  <a:srgbClr val="FFFFFF"/>
                </a:solidFill>
                <a:latin typeface="Batang"/>
                <a:ea typeface="Batang"/>
                <a:cs typeface="Batang"/>
              </a:rPr>
              <a:t>경성야록이</a:t>
            </a:r>
            <a:r>
              <a:rPr lang="ko-KR" sz="1400" b="1" i="0" dirty="0">
                <a:solidFill>
                  <a:srgbClr val="FFFFFF"/>
                </a:solidFill>
                <a:latin typeface="Batang"/>
                <a:ea typeface="Batang"/>
                <a:cs typeface="Batang"/>
              </a:rPr>
              <a:t> 히어로콘텐츠의 특별판으로 소개되는 것</a:t>
            </a:r>
            <a:r>
              <a:rPr lang="en-US" altLang="ko-KR" sz="1400" b="1" i="0" dirty="0">
                <a:solidFill>
                  <a:srgbClr val="FFFFFF"/>
                </a:solidFill>
                <a:latin typeface="Batang"/>
                <a:ea typeface="Batang"/>
                <a:cs typeface="Batang"/>
              </a:rPr>
              <a:t>!!</a:t>
            </a:r>
            <a:endParaRPr lang="ko-KR" sz="1400" b="1" i="0" dirty="0">
              <a:solidFill>
                <a:srgbClr val="FFFFFF"/>
              </a:solidFill>
              <a:latin typeface="Batang"/>
              <a:ea typeface="Batang"/>
              <a:cs typeface="Batang"/>
            </a:endParaRPr>
          </a:p>
        </p:txBody>
      </p:sp>
      <p:sp>
        <p:nvSpPr>
          <p:cNvPr id="228" name="Text 228"/>
          <p:cNvSpPr txBox="1"/>
          <p:nvPr/>
        </p:nvSpPr>
        <p:spPr>
          <a:xfrm>
            <a:off x="2194560" y="4479413"/>
            <a:ext cx="4915688"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7E776B"/>
                </a:solidFill>
                <a:latin typeface="Malgun Gothic"/>
                <a:ea typeface="Malgun Gothic"/>
                <a:cs typeface="Malgun Gothic"/>
              </a:rPr>
              <a:t>읽고 끝나는 아카이브가 아닌, 다시 방문하고 소장하고 싶은 콘텐츠로 확장합니다</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26</a:t>
            </a:fld>
            <a:endParaRPr lang="en-US">
              <a:latin typeface="Malgun Gothic"/>
              <a:ea typeface="Malgun Gothic"/>
              <a:cs typeface="Malgun Gothic"/>
            </a:endParaRPr>
          </a:p>
        </p:txBody>
      </p:sp>
      <p:pic>
        <p:nvPicPr>
          <p:cNvPr id="6" name="그림 5"/>
          <p:cNvPicPr>
            <a:picLocks noChangeAspect="1"/>
          </p:cNvPicPr>
          <p:nvPr/>
        </p:nvPicPr>
        <p:blipFill>
          <a:blip r:embed="rId3"/>
          <a:stretch>
            <a:fillRect/>
          </a:stretch>
        </p:blipFill>
        <p:spPr>
          <a:xfrm>
            <a:off x="2112580" y="1932379"/>
            <a:ext cx="4578622" cy="2477666"/>
          </a:xfrm>
          <a:prstGeom prst="rect">
            <a:avLst/>
          </a:prstGeom>
        </p:spPr>
      </p:pic>
      <p:pic>
        <p:nvPicPr>
          <p:cNvPr id="9" name="그림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6539" y="2237208"/>
            <a:ext cx="2577966" cy="159078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01752"/>
            <a:ext cx="201168" cy="36576"/>
          </a:xfrm>
          <a:prstGeom prst="rect">
            <a:avLst/>
          </a:prstGeom>
          <a:solidFill>
            <a:srgbClr val="2E4A7D"/>
          </a:solidFill>
          <a:ln/>
        </p:spPr>
        <p:txBody>
          <a:bodyPr/>
          <a:lstStyle/>
          <a:p>
            <a:endParaRPr>
              <a:latin typeface="Malgun Gothic"/>
              <a:ea typeface="Malgun Gothic"/>
              <a:cs typeface="Malgun Gothic"/>
            </a:endParaRPr>
          </a:p>
        </p:txBody>
      </p:sp>
      <p:sp>
        <p:nvSpPr>
          <p:cNvPr id="3" name="Text 1"/>
          <p:cNvSpPr txBox="1"/>
          <p:nvPr/>
        </p:nvSpPr>
        <p:spPr>
          <a:xfrm>
            <a:off x="841248" y="246888"/>
            <a:ext cx="7315200" cy="201168"/>
          </a:xfrm>
          <a:prstGeom prst="rect">
            <a:avLst/>
          </a:prstGeom>
          <a:noFill/>
          <a:ln/>
        </p:spPr>
        <p:txBody>
          <a:bodyPr wrap="square" lIns="0" tIns="0" rIns="0" bIns="0" rtlCol="0" anchor="t"/>
          <a:lstStyle/>
          <a:p>
            <a:pPr marL="0" indent="0">
              <a:buNone/>
            </a:pPr>
            <a:r>
              <a:rPr lang="en-US" sz="900" b="1" kern="0" spc="300" dirty="0">
                <a:solidFill>
                  <a:srgbClr val="2E4A7D"/>
                </a:solidFill>
                <a:latin typeface="Malgun Gothic"/>
                <a:ea typeface="Malgun Gothic"/>
                <a:cs typeface="Malgun Gothic"/>
              </a:rPr>
              <a:t>07  최종 결과 및 발전 방향</a:t>
            </a:r>
            <a:endParaRPr lang="en-US" sz="900" dirty="0">
              <a:latin typeface="Malgun Gothic"/>
              <a:ea typeface="Malgun Gothic"/>
              <a:cs typeface="Malgun Gothic"/>
            </a:endParaRPr>
          </a:p>
        </p:txBody>
      </p:sp>
      <p:sp>
        <p:nvSpPr>
          <p:cNvPr id="4" name="Text 0"/>
          <p:cNvSpPr>
            <a:spLocks noGrp="1"/>
          </p:cNvSpPr>
          <p:nvPr>
            <p:ph type="title" idx="100" hasCustomPrompt="1"/>
          </p:nvPr>
        </p:nvSpPr>
        <p:spPr>
          <a:xfrm>
            <a:off x="548640" y="502920"/>
            <a:ext cx="8046720" cy="548640"/>
          </a:xfrm>
          <a:prstGeom prst="rect">
            <a:avLst/>
          </a:prstGeom>
          <a:noFill/>
          <a:ln/>
        </p:spPr>
        <p:txBody>
          <a:bodyPr wrap="square" lIns="0" tIns="0" rIns="0" bIns="0" rtlCol="0" anchor="t"/>
          <a:lstStyle/>
          <a:p>
            <a:pPr marL="0" indent="0" algn="l">
              <a:buNone/>
            </a:pPr>
            <a:r>
              <a:rPr lang="ko-KR" altLang="en-US" sz="2500" b="1" dirty="0">
                <a:solidFill>
                  <a:schemeClr val="tx1"/>
                </a:solidFill>
                <a:latin typeface="Batang"/>
                <a:ea typeface="Batang"/>
                <a:cs typeface="Batang"/>
              </a:rPr>
              <a:t>수익으로 연결</a:t>
            </a:r>
            <a:endParaRPr lang="en-US" sz="2500" dirty="0">
              <a:latin typeface="Batang"/>
              <a:ea typeface="Batang"/>
              <a:cs typeface="Batang"/>
            </a:endParaRPr>
          </a:p>
        </p:txBody>
      </p:sp>
      <p:sp>
        <p:nvSpPr>
          <p:cNvPr id="161" name="Revenue card 161"/>
          <p:cNvSpPr/>
          <p:nvPr/>
        </p:nvSpPr>
        <p:spPr>
          <a:xfrm>
            <a:off x="548640" y="1280160"/>
            <a:ext cx="2560320" cy="2926080"/>
          </a:xfrm>
          <a:prstGeom prst="rect">
            <a:avLst/>
          </a:prstGeom>
          <a:solidFill>
            <a:srgbClr val="161616"/>
          </a:solidFill>
          <a:ln>
            <a:noFill/>
          </a:ln>
        </p:spPr>
        <p:txBody>
          <a:bodyPr/>
          <a:lstStyle/>
          <a:p>
            <a:endParaRPr>
              <a:latin typeface="Malgun Gothic"/>
              <a:ea typeface="Malgun Gothic"/>
              <a:cs typeface="Malgun Gothic"/>
            </a:endParaRPr>
          </a:p>
        </p:txBody>
      </p:sp>
      <p:sp>
        <p:nvSpPr>
          <p:cNvPr id="162" name="Text 162"/>
          <p:cNvSpPr txBox="1"/>
          <p:nvPr/>
        </p:nvSpPr>
        <p:spPr>
          <a:xfrm>
            <a:off x="731520" y="1417320"/>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500" b="1" i="0" dirty="0">
                <a:solidFill>
                  <a:srgbClr val="FFFFFF"/>
                </a:solidFill>
                <a:latin typeface="Batang"/>
                <a:ea typeface="Batang"/>
                <a:cs typeface="Batang"/>
              </a:rPr>
              <a:t>구독</a:t>
            </a:r>
          </a:p>
        </p:txBody>
      </p:sp>
      <p:sp>
        <p:nvSpPr>
          <p:cNvPr id="163" name="Text 163"/>
          <p:cNvSpPr txBox="1"/>
          <p:nvPr/>
        </p:nvSpPr>
        <p:spPr>
          <a:xfrm>
            <a:off x="731520" y="1755648"/>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CFC8B8"/>
                </a:solidFill>
                <a:latin typeface="Malgun Gothic"/>
                <a:ea typeface="Malgun Gothic"/>
                <a:cs typeface="Malgun Gothic"/>
              </a:rPr>
              <a:t>정기 독자에게 한 호씩 배달</a:t>
            </a:r>
          </a:p>
        </p:txBody>
      </p:sp>
      <p:sp>
        <p:nvSpPr>
          <p:cNvPr id="164" name="Text 164"/>
          <p:cNvSpPr txBox="1"/>
          <p:nvPr/>
        </p:nvSpPr>
        <p:spPr>
          <a:xfrm>
            <a:off x="731520" y="2185416"/>
            <a:ext cx="118872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0" i="0" dirty="0">
                <a:solidFill>
                  <a:srgbClr val="CFC8B8"/>
                </a:solidFill>
                <a:latin typeface="Malgun Gothic"/>
                <a:ea typeface="Malgun Gothic"/>
                <a:cs typeface="Malgun Gothic"/>
              </a:rPr>
              <a:t>호외 한 장</a:t>
            </a:r>
          </a:p>
        </p:txBody>
      </p:sp>
      <p:sp>
        <p:nvSpPr>
          <p:cNvPr id="165" name="Text 165"/>
          <p:cNvSpPr txBox="1"/>
          <p:nvPr/>
        </p:nvSpPr>
        <p:spPr>
          <a:xfrm>
            <a:off x="1828800" y="2121408"/>
            <a:ext cx="1097280" cy="329184"/>
          </a:xfrm>
          <a:prstGeom prst="rect">
            <a:avLst/>
          </a:prstGeom>
          <a:noFill/>
        </p:spPr>
        <p:txBody>
          <a:bodyPr wrap="square" lIns="0" tIns="0" rIns="0" bIns="0" rtlCol="0" anchor="t">
            <a:noAutofit/>
          </a:bodyPr>
          <a:lstStyle/>
          <a:p>
            <a:pPr marL="0" indent="0" algn="r">
              <a:lnSpc>
                <a:spcPct val="120000"/>
              </a:lnSpc>
              <a:spcAft>
                <a:spcPts val="0"/>
              </a:spcAft>
              <a:buNone/>
            </a:pPr>
            <a:r>
              <a:rPr lang="ko-KR" sz="1800" b="1" i="0" dirty="0">
                <a:solidFill>
                  <a:srgbClr val="FFFFFF"/>
                </a:solidFill>
                <a:latin typeface="Batang"/>
                <a:ea typeface="Batang"/>
                <a:cs typeface="Batang"/>
              </a:rPr>
              <a:t>五錢</a:t>
            </a:r>
          </a:p>
        </p:txBody>
      </p:sp>
      <p:sp>
        <p:nvSpPr>
          <p:cNvPr id="166" name="Text 166"/>
          <p:cNvSpPr txBox="1"/>
          <p:nvPr/>
        </p:nvSpPr>
        <p:spPr>
          <a:xfrm>
            <a:off x="731520" y="2606040"/>
            <a:ext cx="118872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0" i="0" dirty="0">
                <a:solidFill>
                  <a:srgbClr val="CFC8B8"/>
                </a:solidFill>
                <a:latin typeface="Malgun Gothic"/>
                <a:ea typeface="Malgun Gothic"/>
                <a:cs typeface="Malgun Gothic"/>
              </a:rPr>
              <a:t>월정 구독</a:t>
            </a:r>
          </a:p>
        </p:txBody>
      </p:sp>
      <p:sp>
        <p:nvSpPr>
          <p:cNvPr id="167" name="Text 167"/>
          <p:cNvSpPr txBox="1"/>
          <p:nvPr/>
        </p:nvSpPr>
        <p:spPr>
          <a:xfrm>
            <a:off x="1828800" y="2542032"/>
            <a:ext cx="1097280" cy="329184"/>
          </a:xfrm>
          <a:prstGeom prst="rect">
            <a:avLst/>
          </a:prstGeom>
          <a:noFill/>
        </p:spPr>
        <p:txBody>
          <a:bodyPr wrap="square" lIns="0" tIns="0" rIns="0" bIns="0" rtlCol="0" anchor="t">
            <a:noAutofit/>
          </a:bodyPr>
          <a:lstStyle/>
          <a:p>
            <a:pPr marL="0" indent="0" algn="r">
              <a:lnSpc>
                <a:spcPct val="120000"/>
              </a:lnSpc>
              <a:spcAft>
                <a:spcPts val="0"/>
              </a:spcAft>
              <a:buNone/>
            </a:pPr>
            <a:r>
              <a:rPr lang="ko-KR" sz="1800" b="1" i="0" dirty="0">
                <a:solidFill>
                  <a:srgbClr val="FFFFFF"/>
                </a:solidFill>
                <a:latin typeface="Batang"/>
                <a:ea typeface="Batang"/>
                <a:cs typeface="Batang"/>
              </a:rPr>
              <a:t>一圓</a:t>
            </a:r>
          </a:p>
        </p:txBody>
      </p:sp>
      <p:sp>
        <p:nvSpPr>
          <p:cNvPr id="168" name="Text 168"/>
          <p:cNvSpPr txBox="1"/>
          <p:nvPr/>
        </p:nvSpPr>
        <p:spPr>
          <a:xfrm>
            <a:off x="731520" y="3026664"/>
            <a:ext cx="1188720" cy="228600"/>
          </a:xfrm>
          <a:prstGeom prst="rect">
            <a:avLst/>
          </a:prstGeom>
          <a:noFill/>
        </p:spPr>
        <p:txBody>
          <a:bodyPr wrap="square" lIns="0" tIns="0" rIns="0" bIns="0" rtlCol="0" anchor="t">
            <a:noAutofit/>
          </a:bodyPr>
          <a:lstStyle/>
          <a:p>
            <a:pPr marL="0" indent="0" algn="l">
              <a:lnSpc>
                <a:spcPct val="120000"/>
              </a:lnSpc>
              <a:spcAft>
                <a:spcPts val="0"/>
              </a:spcAft>
              <a:buNone/>
            </a:pPr>
            <a:r>
              <a:rPr lang="ko-KR" sz="1100" b="0" i="0" dirty="0">
                <a:solidFill>
                  <a:srgbClr val="CFC8B8"/>
                </a:solidFill>
                <a:latin typeface="Malgun Gothic"/>
                <a:ea typeface="Malgun Gothic"/>
                <a:cs typeface="Malgun Gothic"/>
              </a:rPr>
              <a:t>종신 독자</a:t>
            </a:r>
          </a:p>
        </p:txBody>
      </p:sp>
      <p:sp>
        <p:nvSpPr>
          <p:cNvPr id="169" name="Text 169"/>
          <p:cNvSpPr txBox="1"/>
          <p:nvPr/>
        </p:nvSpPr>
        <p:spPr>
          <a:xfrm>
            <a:off x="1828800" y="2962656"/>
            <a:ext cx="1097280" cy="329184"/>
          </a:xfrm>
          <a:prstGeom prst="rect">
            <a:avLst/>
          </a:prstGeom>
          <a:noFill/>
        </p:spPr>
        <p:txBody>
          <a:bodyPr wrap="square" lIns="0" tIns="0" rIns="0" bIns="0" rtlCol="0" anchor="t">
            <a:noAutofit/>
          </a:bodyPr>
          <a:lstStyle/>
          <a:p>
            <a:pPr marL="0" indent="0" algn="r">
              <a:lnSpc>
                <a:spcPct val="120000"/>
              </a:lnSpc>
              <a:spcAft>
                <a:spcPts val="0"/>
              </a:spcAft>
              <a:buNone/>
            </a:pPr>
            <a:r>
              <a:rPr lang="ko-KR" sz="1800" b="1" i="0" dirty="0">
                <a:solidFill>
                  <a:srgbClr val="FFFFFF"/>
                </a:solidFill>
                <a:latin typeface="Batang"/>
                <a:ea typeface="Batang"/>
                <a:cs typeface="Batang"/>
              </a:rPr>
              <a:t>十圓</a:t>
            </a:r>
          </a:p>
        </p:txBody>
      </p:sp>
      <p:sp>
        <p:nvSpPr>
          <p:cNvPr id="170" name="Text 170"/>
          <p:cNvSpPr txBox="1"/>
          <p:nvPr/>
        </p:nvSpPr>
        <p:spPr>
          <a:xfrm>
            <a:off x="731520" y="3456432"/>
            <a:ext cx="2194560" cy="68580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CFC8B8"/>
                </a:solidFill>
                <a:latin typeface="Malgun Gothic"/>
                <a:ea typeface="Malgun Gothic"/>
                <a:cs typeface="Malgun Gothic"/>
              </a:rPr>
              <a:t>지금 열린 네 사건은 시험판. 남은 기록은 구독 독자에게 차례로 배달</a:t>
            </a:r>
          </a:p>
        </p:txBody>
      </p:sp>
      <p:sp>
        <p:nvSpPr>
          <p:cNvPr id="171" name="Revenue card 171"/>
          <p:cNvSpPr/>
          <p:nvPr/>
        </p:nvSpPr>
        <p:spPr>
          <a:xfrm>
            <a:off x="3291840" y="1280160"/>
            <a:ext cx="2560320" cy="2926080"/>
          </a:xfrm>
          <a:prstGeom prst="rect">
            <a:avLst/>
          </a:prstGeom>
          <a:solidFill>
            <a:srgbClr val="E7DDCA"/>
          </a:solidFill>
          <a:ln>
            <a:noFill/>
          </a:ln>
        </p:spPr>
        <p:txBody>
          <a:bodyPr/>
          <a:lstStyle/>
          <a:p>
            <a:endParaRPr>
              <a:latin typeface="Malgun Gothic"/>
              <a:ea typeface="Malgun Gothic"/>
              <a:cs typeface="Malgun Gothic"/>
            </a:endParaRPr>
          </a:p>
        </p:txBody>
      </p:sp>
      <p:sp>
        <p:nvSpPr>
          <p:cNvPr id="172" name="Text 172"/>
          <p:cNvSpPr txBox="1"/>
          <p:nvPr/>
        </p:nvSpPr>
        <p:spPr>
          <a:xfrm>
            <a:off x="3474720" y="1417320"/>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500" b="1" i="0" dirty="0">
                <a:solidFill>
                  <a:srgbClr val="3B3934"/>
                </a:solidFill>
                <a:latin typeface="Batang"/>
                <a:ea typeface="Batang"/>
                <a:cs typeface="Batang"/>
              </a:rPr>
              <a:t>상점</a:t>
            </a:r>
          </a:p>
        </p:txBody>
      </p:sp>
      <p:sp>
        <p:nvSpPr>
          <p:cNvPr id="173" name="Text 173"/>
          <p:cNvSpPr txBox="1"/>
          <p:nvPr/>
        </p:nvSpPr>
        <p:spPr>
          <a:xfrm>
            <a:off x="3474720" y="1755648"/>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7E776B"/>
                </a:solidFill>
                <a:latin typeface="Malgun Gothic"/>
                <a:ea typeface="Malgun Gothic"/>
                <a:cs typeface="Malgun Gothic"/>
              </a:rPr>
              <a:t>그 시절 진짜 광고를 상품으로</a:t>
            </a:r>
          </a:p>
        </p:txBody>
      </p:sp>
      <p:sp>
        <p:nvSpPr>
          <p:cNvPr id="174" name="Text 174"/>
          <p:cNvSpPr txBox="1"/>
          <p:nvPr/>
        </p:nvSpPr>
        <p:spPr>
          <a:xfrm>
            <a:off x="3474720" y="2148840"/>
            <a:ext cx="2194560" cy="548640"/>
          </a:xfrm>
          <a:prstGeom prst="rect">
            <a:avLst/>
          </a:prstGeom>
          <a:noFill/>
        </p:spPr>
        <p:txBody>
          <a:bodyPr wrap="square" lIns="0" tIns="0" rIns="0" bIns="0" rtlCol="0" anchor="t">
            <a:noAutofit/>
          </a:bodyPr>
          <a:lstStyle/>
          <a:p>
            <a:pPr marL="0" indent="0" algn="l">
              <a:lnSpc>
                <a:spcPct val="120000"/>
              </a:lnSpc>
              <a:spcAft>
                <a:spcPts val="0"/>
              </a:spcAft>
              <a:buNone/>
            </a:pPr>
            <a:r>
              <a:rPr lang="ko-KR" sz="2800" b="1" i="0" dirty="0">
                <a:solidFill>
                  <a:srgbClr val="2E4A7D"/>
                </a:solidFill>
                <a:latin typeface="Batang"/>
                <a:ea typeface="Batang"/>
                <a:cs typeface="Batang"/>
              </a:rPr>
              <a:t>46점</a:t>
            </a:r>
          </a:p>
        </p:txBody>
      </p:sp>
      <p:sp>
        <p:nvSpPr>
          <p:cNvPr id="175" name="Text 175"/>
          <p:cNvSpPr txBox="1"/>
          <p:nvPr/>
        </p:nvSpPr>
        <p:spPr>
          <a:xfrm>
            <a:off x="3474720" y="2724912"/>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7E776B"/>
                </a:solidFill>
                <a:latin typeface="Malgun Gothic"/>
                <a:ea typeface="Malgun Gothic"/>
                <a:cs typeface="Malgun Gothic"/>
              </a:rPr>
              <a:t>실제 광고</a:t>
            </a:r>
          </a:p>
        </p:txBody>
      </p:sp>
      <p:sp>
        <p:nvSpPr>
          <p:cNvPr id="176" name="Text 176"/>
          <p:cNvSpPr txBox="1"/>
          <p:nvPr/>
        </p:nvSpPr>
        <p:spPr>
          <a:xfrm>
            <a:off x="3474720" y="3127248"/>
            <a:ext cx="2194560" cy="100584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3B3934"/>
                </a:solidFill>
                <a:latin typeface="Malgun Gothic"/>
                <a:ea typeface="Malgun Gothic"/>
                <a:cs typeface="Malgun Gothic"/>
              </a:rPr>
              <a:t>동아일보·신동아에 실린 실제 광고 46점. 가위로 오려 엽서로 간직. 굿즈와 상품으로 확장</a:t>
            </a:r>
          </a:p>
        </p:txBody>
      </p:sp>
      <p:sp>
        <p:nvSpPr>
          <p:cNvPr id="177" name="Revenue card 177"/>
          <p:cNvSpPr/>
          <p:nvPr/>
        </p:nvSpPr>
        <p:spPr>
          <a:xfrm>
            <a:off x="6035040" y="1280160"/>
            <a:ext cx="2560320" cy="2926080"/>
          </a:xfrm>
          <a:prstGeom prst="rect">
            <a:avLst/>
          </a:prstGeom>
          <a:solidFill>
            <a:srgbClr val="E7DDCA"/>
          </a:solidFill>
          <a:ln>
            <a:noFill/>
          </a:ln>
        </p:spPr>
        <p:txBody>
          <a:bodyPr/>
          <a:lstStyle/>
          <a:p>
            <a:endParaRPr>
              <a:latin typeface="Malgun Gothic"/>
              <a:ea typeface="Malgun Gothic"/>
              <a:cs typeface="Malgun Gothic"/>
            </a:endParaRPr>
          </a:p>
        </p:txBody>
      </p:sp>
      <p:sp>
        <p:nvSpPr>
          <p:cNvPr id="178" name="Text 178"/>
          <p:cNvSpPr txBox="1"/>
          <p:nvPr/>
        </p:nvSpPr>
        <p:spPr>
          <a:xfrm>
            <a:off x="6217920" y="1417320"/>
            <a:ext cx="2194560" cy="274320"/>
          </a:xfrm>
          <a:prstGeom prst="rect">
            <a:avLst/>
          </a:prstGeom>
          <a:noFill/>
        </p:spPr>
        <p:txBody>
          <a:bodyPr wrap="square" lIns="0" tIns="0" rIns="0" bIns="0" rtlCol="0" anchor="t">
            <a:noAutofit/>
          </a:bodyPr>
          <a:lstStyle/>
          <a:p>
            <a:pPr marL="0" indent="0" algn="l">
              <a:lnSpc>
                <a:spcPct val="120000"/>
              </a:lnSpc>
              <a:spcAft>
                <a:spcPts val="0"/>
              </a:spcAft>
              <a:buNone/>
            </a:pPr>
            <a:r>
              <a:rPr lang="ko-KR" sz="1500" b="1" i="0" dirty="0">
                <a:solidFill>
                  <a:srgbClr val="3B3934"/>
                </a:solidFill>
                <a:latin typeface="Batang"/>
                <a:ea typeface="Batang"/>
                <a:cs typeface="Batang"/>
              </a:rPr>
              <a:t>광고 · 독자 참여</a:t>
            </a:r>
          </a:p>
        </p:txBody>
      </p:sp>
      <p:sp>
        <p:nvSpPr>
          <p:cNvPr id="179" name="Text 179"/>
          <p:cNvSpPr txBox="1"/>
          <p:nvPr/>
        </p:nvSpPr>
        <p:spPr>
          <a:xfrm>
            <a:off x="6217920" y="1755648"/>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7E776B"/>
                </a:solidFill>
                <a:latin typeface="Malgun Gothic"/>
                <a:ea typeface="Malgun Gothic"/>
                <a:cs typeface="Malgun Gothic"/>
              </a:rPr>
              <a:t>옛 광고란을 다시 짠 지면</a:t>
            </a:r>
          </a:p>
        </p:txBody>
      </p:sp>
      <p:sp>
        <p:nvSpPr>
          <p:cNvPr id="180" name="Text 180"/>
          <p:cNvSpPr txBox="1"/>
          <p:nvPr/>
        </p:nvSpPr>
        <p:spPr>
          <a:xfrm>
            <a:off x="6217920" y="2148840"/>
            <a:ext cx="2194560" cy="548640"/>
          </a:xfrm>
          <a:prstGeom prst="rect">
            <a:avLst/>
          </a:prstGeom>
          <a:noFill/>
        </p:spPr>
        <p:txBody>
          <a:bodyPr wrap="square" lIns="0" tIns="0" rIns="0" bIns="0" rtlCol="0" anchor="t">
            <a:noAutofit/>
          </a:bodyPr>
          <a:lstStyle/>
          <a:p>
            <a:pPr marL="0" indent="0" algn="l">
              <a:lnSpc>
                <a:spcPct val="120000"/>
              </a:lnSpc>
              <a:spcAft>
                <a:spcPts val="0"/>
              </a:spcAft>
              <a:buNone/>
            </a:pPr>
            <a:r>
              <a:rPr lang="ko-KR" sz="2800" b="1" i="0" dirty="0">
                <a:solidFill>
                  <a:srgbClr val="2E4A7D"/>
                </a:solidFill>
                <a:latin typeface="Batang"/>
                <a:ea typeface="Batang"/>
                <a:cs typeface="Batang"/>
              </a:rPr>
              <a:t>3가지</a:t>
            </a:r>
          </a:p>
        </p:txBody>
      </p:sp>
      <p:sp>
        <p:nvSpPr>
          <p:cNvPr id="181" name="Text 181"/>
          <p:cNvSpPr txBox="1"/>
          <p:nvPr/>
        </p:nvSpPr>
        <p:spPr>
          <a:xfrm>
            <a:off x="6217920" y="2724912"/>
            <a:ext cx="2194560" cy="201168"/>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7E776B"/>
                </a:solidFill>
                <a:latin typeface="Malgun Gothic"/>
                <a:ea typeface="Malgun Gothic"/>
                <a:cs typeface="Malgun Gothic"/>
              </a:rPr>
              <a:t>참여 코너</a:t>
            </a:r>
          </a:p>
        </p:txBody>
      </p:sp>
      <p:sp>
        <p:nvSpPr>
          <p:cNvPr id="182" name="Text 182"/>
          <p:cNvSpPr txBox="1"/>
          <p:nvPr/>
        </p:nvSpPr>
        <p:spPr>
          <a:xfrm>
            <a:off x="6217920" y="3127248"/>
            <a:ext cx="2194560" cy="1005840"/>
          </a:xfrm>
          <a:prstGeom prst="rect">
            <a:avLst/>
          </a:prstGeom>
          <a:noFill/>
        </p:spPr>
        <p:txBody>
          <a:bodyPr wrap="square" lIns="0" tIns="0" rIns="0" bIns="0" rtlCol="0" anchor="t">
            <a:noAutofit/>
          </a:bodyPr>
          <a:lstStyle/>
          <a:p>
            <a:pPr marL="0" indent="0" algn="l">
              <a:lnSpc>
                <a:spcPct val="120000"/>
              </a:lnSpc>
              <a:spcAft>
                <a:spcPts val="0"/>
              </a:spcAft>
              <a:buNone/>
            </a:pPr>
            <a:r>
              <a:rPr lang="ko-KR" sz="1050" b="0" i="0" dirty="0">
                <a:solidFill>
                  <a:srgbClr val="3B3934"/>
                </a:solidFill>
                <a:latin typeface="Malgun Gothic"/>
                <a:ea typeface="Malgun Gothic"/>
                <a:cs typeface="Malgun Gothic"/>
              </a:rPr>
              <a:t>광고면, 심인 광고로 구인·구독, 독자 호외 코너로 참여를 수익으로 연결</a:t>
            </a:r>
          </a:p>
        </p:txBody>
      </p:sp>
      <p:sp>
        <p:nvSpPr>
          <p:cNvPr id="183" name="Text 183"/>
          <p:cNvSpPr txBox="1"/>
          <p:nvPr/>
        </p:nvSpPr>
        <p:spPr>
          <a:xfrm>
            <a:off x="548640" y="4370832"/>
            <a:ext cx="8046720" cy="182880"/>
          </a:xfrm>
          <a:prstGeom prst="rect">
            <a:avLst/>
          </a:prstGeom>
          <a:noFill/>
        </p:spPr>
        <p:txBody>
          <a:bodyPr wrap="square" lIns="0" tIns="0" rIns="0" bIns="0" rtlCol="0" anchor="t">
            <a:noAutofit/>
          </a:bodyPr>
          <a:lstStyle/>
          <a:p>
            <a:pPr marL="0" indent="0" algn="l">
              <a:lnSpc>
                <a:spcPct val="120000"/>
              </a:lnSpc>
              <a:spcAft>
                <a:spcPts val="0"/>
              </a:spcAft>
              <a:buNone/>
            </a:pPr>
            <a:r>
              <a:rPr lang="ko-KR" sz="950" b="0" i="0" dirty="0">
                <a:solidFill>
                  <a:srgbClr val="7E776B"/>
                </a:solidFill>
                <a:latin typeface="Malgun Gothic"/>
                <a:ea typeface="Malgun Gothic"/>
                <a:cs typeface="Malgun Gothic"/>
              </a:rPr>
              <a:t>※ 구독 접수는 아직 받지 않는 시연 화면입니다. 값은 그 시절 신문값 꼴을 본떴습니다</a:t>
            </a:r>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850">
                <a:solidFill>
                  <a:schemeClr val="accent2"/>
                </a:solidFill>
                <a:latin typeface="Malgun Gothic"/>
                <a:ea typeface="Malgun Gothic"/>
                <a:cs typeface="Malgun Gothic"/>
              </a:defRPr>
            </a:lvl1pPr>
          </a:lstStyle>
          <a:p>
            <a:pPr algn="r"/>
            <a:fld id="{F7021451-1387-4CA6-816F-3879F97B5CBC}" type="slidenum">
              <a:rPr lang="en-US" b="0">
                <a:latin typeface="Malgun Gothic"/>
                <a:ea typeface="Malgun Gothic"/>
                <a:cs typeface="Malgun Gothic"/>
              </a:rPr>
              <a:t>27</a:t>
            </a:fld>
            <a:endParaRPr lang="en-US">
              <a:latin typeface="Malgun Gothic"/>
              <a:ea typeface="Malgun Gothic"/>
              <a:cs typeface="Malgun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tmp/claude-0/-home-claude/afa474c7-3a5f-5ee1-8f18-b5fefe6dcd1f/scratchpad/deck/g2/main_dark.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61616">
              <a:alpha val="82000"/>
            </a:srgbClr>
          </a:solidFill>
          <a:ln/>
        </p:spPr>
        <p:txBody>
          <a:bodyPr/>
          <a:lstStyle/>
          <a:p>
            <a:endParaRPr>
              <a:latin typeface="Malgun Gothic"/>
              <a:ea typeface="Malgun Gothic"/>
              <a:cs typeface="Malgun Gothic"/>
            </a:endParaRPr>
          </a:p>
        </p:txBody>
      </p:sp>
      <p:sp>
        <p:nvSpPr>
          <p:cNvPr id="4" name="Text 1"/>
          <p:cNvSpPr txBox="1"/>
          <p:nvPr/>
        </p:nvSpPr>
        <p:spPr>
          <a:xfrm>
            <a:off x="731520" y="1143000"/>
            <a:ext cx="7680960" cy="1463040"/>
          </a:xfrm>
          <a:prstGeom prst="rect">
            <a:avLst/>
          </a:prstGeom>
          <a:noFill/>
          <a:ln/>
        </p:spPr>
        <p:txBody>
          <a:bodyPr wrap="square" lIns="0" tIns="0" rIns="0" bIns="0" rtlCol="0" anchor="ctr"/>
          <a:lstStyle/>
          <a:p>
            <a:pPr marL="0" indent="0" algn="ctr">
              <a:lnSpc>
                <a:spcPct val="120000"/>
              </a:lnSpc>
              <a:buNone/>
            </a:pPr>
            <a:r>
              <a:rPr lang="en-US" sz="4000" b="1" dirty="0">
                <a:solidFill>
                  <a:srgbClr val="F3ECDE"/>
                </a:solidFill>
                <a:latin typeface="Batang"/>
                <a:ea typeface="Batang"/>
                <a:cs typeface="Batang"/>
              </a:rPr>
              <a:t>감사합니다</a:t>
            </a:r>
            <a:endParaRPr lang="en-US" sz="4000" dirty="0">
              <a:latin typeface="Malgun Gothic"/>
              <a:ea typeface="Malgun Gothic"/>
              <a:cs typeface="Malgun Gothic"/>
            </a:endParaRPr>
          </a:p>
        </p:txBody>
      </p:sp>
      <p:pic>
        <p:nvPicPr>
          <p:cNvPr id="5" name="Image 1" descr="경성야록 로고"/>
          <p:cNvPicPr>
            <a:picLocks noChangeAspect="1"/>
          </p:cNvPicPr>
          <p:nvPr/>
        </p:nvPicPr>
        <p:blipFill>
          <a:blip r:embed="rId4"/>
          <a:stretch>
            <a:fillRect/>
          </a:stretch>
        </p:blipFill>
        <p:spPr>
          <a:xfrm>
            <a:off x="3291840" y="3063240"/>
            <a:ext cx="2560320" cy="701316"/>
          </a:xfrm>
          <a:prstGeom prst="rect">
            <a:avLst/>
          </a:prstGeom>
        </p:spPr>
      </p:pic>
      <p:sp>
        <p:nvSpPr>
          <p:cNvPr id="6" name="Text 2"/>
          <p:cNvSpPr txBox="1"/>
          <p:nvPr/>
        </p:nvSpPr>
        <p:spPr>
          <a:xfrm>
            <a:off x="731520" y="4343400"/>
            <a:ext cx="7680960" cy="274320"/>
          </a:xfrm>
          <a:prstGeom prst="rect">
            <a:avLst/>
          </a:prstGeom>
          <a:noFill/>
          <a:ln/>
        </p:spPr>
        <p:txBody>
          <a:bodyPr wrap="square" lIns="0" tIns="0" rIns="0" bIns="0" rtlCol="0" anchor="t"/>
          <a:lstStyle/>
          <a:p>
            <a:pPr marL="0" indent="0" algn="ctr">
              <a:buNone/>
            </a:pPr>
            <a:r>
              <a:rPr lang="en-US" sz="1050" dirty="0">
                <a:solidFill>
                  <a:srgbClr val="7E776B"/>
                </a:solidFill>
                <a:latin typeface="Malgun Gothic"/>
                <a:ea typeface="Malgun Gothic"/>
                <a:cs typeface="Malgun Gothic"/>
              </a:rPr>
              <a:t>김소이 · 박민선 · 이경민</a:t>
            </a:r>
            <a:endParaRPr lang="en-US" sz="1050" dirty="0">
              <a:latin typeface="Malgun Gothic"/>
              <a:ea typeface="Malgun Gothic"/>
              <a:cs typeface="Malgun Gothic"/>
            </a:endParaRPr>
          </a:p>
        </p:txBody>
      </p:sp>
    </p:spTree>
  </p:cSld>
  <p:clrMapOvr>
    <a:masterClrMapping/>
  </p:clrMapOvr>
</p:sld>
</file>

<file path=ppt/theme/theme1.xml><?xml version="1.0" encoding="utf-8"?>
<a:theme xmlns:a="http://schemas.openxmlformats.org/drawingml/2006/main" name="Gyeongseong Yarok Midnight">
  <a:themeElements>
    <a:clrScheme name="Gyeongseong Yarok Midnight">
      <a:dk1>
        <a:srgbClr val="161616"/>
      </a:dk1>
      <a:lt1>
        <a:srgbClr val="F3ECDE"/>
      </a:lt1>
      <a:dk2>
        <a:srgbClr val="3B3934"/>
      </a:dk2>
      <a:lt2>
        <a:srgbClr val="E7DDCA"/>
      </a:lt2>
      <a:accent1>
        <a:srgbClr val="2E4A7D"/>
      </a:accent1>
      <a:accent2>
        <a:srgbClr val="7E776B"/>
      </a:accent2>
      <a:accent3>
        <a:srgbClr val="B7C8E6"/>
      </a:accent3>
      <a:accent4>
        <a:srgbClr val="222222"/>
      </a:accent4>
      <a:accent5>
        <a:srgbClr val="D5C9B1"/>
      </a:accent5>
      <a:accent6>
        <a:srgbClr val="5A6070"/>
      </a:accent6>
      <a:hlink>
        <a:srgbClr val="2E4A7D"/>
      </a:hlink>
      <a:folHlink>
        <a:srgbClr val="7E776B"/>
      </a:folHlink>
    </a:clrScheme>
    <a:fontScheme name="Gyeongseong Yarok Midnight">
      <a:majorFont>
        <a:latin typeface="Batang"/>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TotalTime>
  <Words>2817</Words>
  <Application>Microsoft Office PowerPoint</Application>
  <PresentationFormat>화면 슬라이드 쇼(16:9)</PresentationFormat>
  <Paragraphs>444</Paragraphs>
  <Slides>28</Slides>
  <Notes>18</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28</vt:i4>
      </vt:variant>
    </vt:vector>
  </HeadingPairs>
  <TitlesOfParts>
    <vt:vector size="35" baseType="lpstr">
      <vt:lpstr>Noto Sans CJK KR</vt:lpstr>
      <vt:lpstr>Noto Serif CJK KR</vt:lpstr>
      <vt:lpstr>맑은 고딕</vt:lpstr>
      <vt:lpstr>맑은 고딕</vt:lpstr>
      <vt:lpstr>Batang</vt:lpstr>
      <vt:lpstr>Arial</vt:lpstr>
      <vt:lpstr>Gyeongseong Yarok Midnight</vt:lpstr>
      <vt:lpstr>PowerPoint 프레젠테이션</vt:lpstr>
      <vt:lpstr>PowerPoint 프레젠테이션</vt:lpstr>
      <vt:lpstr>시작은 단순했습니다</vt:lpstr>
      <vt:lpstr>왜 옛 기사로 보여 주는가</vt:lpstr>
      <vt:lpstr>신문의 장벽을 허물어, 읽고 싶은 신문으로</vt:lpstr>
      <vt:lpstr>원소스 멀티유즈 구조</vt:lpstr>
      <vt:lpstr>사이트 핵심 구성</vt:lpstr>
      <vt:lpstr>전체 사이트 지도</vt:lpstr>
      <vt:lpstr>왜 하필 이 네 사건인가</vt:lpstr>
      <vt:lpstr>사건 본편 구성</vt:lpstr>
      <vt:lpstr>부록 · 편집국 · 독자 호외</vt:lpstr>
      <vt:lpstr>납량 · 심인 · 상점</vt:lpstr>
      <vt:lpstr>숨은 게임, 식자실</vt:lpstr>
      <vt:lpstr>모바일 버전</vt:lpstr>
      <vt:lpstr>들어간 프로그램과 기술</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지킨 원칙</vt:lpstr>
      <vt:lpstr>PowerPoint 프레젠테이션</vt:lpstr>
      <vt:lpstr>100년 전 기사도 히어로콘텐츠가 될 수 있을까?</vt:lpstr>
      <vt:lpstr>수익으로 연결</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경성야록 京城野錄 — 기획과 구성</dc:title>
  <dc:subject>PptxGenJS Presentation</dc:subject>
  <dc:creator>경성야록 B조</dc:creator>
  <cp:lastModifiedBy>504-12</cp:lastModifiedBy>
  <cp:revision>48</cp:revision>
  <dcterms:created xsi:type="dcterms:W3CDTF">2026-10-12T06:47:54Z</dcterms:created>
  <dcterms:modified xsi:type="dcterms:W3CDTF">2026-10-23T04:14:58Z</dcterms:modified>
</cp:coreProperties>
</file>